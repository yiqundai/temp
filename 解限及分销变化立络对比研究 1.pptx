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8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rts/chart79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charts/chart80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charts/chart81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charts/chart82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charts/chart83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charts/chart84.xml" ContentType="application/vnd.openxmlformats-officedocument.drawingml.chart+xml"/>
  <Override PartName="/ppt/charts/style84.xml" ContentType="application/vnd.ms-office.chartstyle+xml"/>
  <Override PartName="/ppt/charts/colors84.xml" ContentType="application/vnd.ms-office.chartcolorstyle+xml"/>
  <Override PartName="/ppt/charts/chart85.xml" ContentType="application/vnd.openxmlformats-officedocument.drawingml.chart+xml"/>
  <Override PartName="/ppt/charts/style85.xml" ContentType="application/vnd.ms-office.chartstyle+xml"/>
  <Override PartName="/ppt/charts/colors85.xml" ContentType="application/vnd.ms-office.chartcolorstyle+xml"/>
  <Override PartName="/ppt/charts/chart86.xml" ContentType="application/vnd.openxmlformats-officedocument.drawingml.chart+xml"/>
  <Override PartName="/ppt/charts/style86.xml" ContentType="application/vnd.ms-office.chartstyle+xml"/>
  <Override PartName="/ppt/charts/colors86.xml" ContentType="application/vnd.ms-office.chartcolorstyle+xml"/>
  <Override PartName="/ppt/charts/chart87.xml" ContentType="application/vnd.openxmlformats-officedocument.drawingml.chart+xml"/>
  <Override PartName="/ppt/charts/style87.xml" ContentType="application/vnd.ms-office.chartstyle+xml"/>
  <Override PartName="/ppt/charts/colors87.xml" ContentType="application/vnd.ms-office.chartcolorstyle+xml"/>
  <Override PartName="/ppt/charts/chart88.xml" ContentType="application/vnd.openxmlformats-officedocument.drawingml.chart+xml"/>
  <Override PartName="/ppt/charts/style88.xml" ContentType="application/vnd.ms-office.chartstyle+xml"/>
  <Override PartName="/ppt/charts/colors88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2" r:id="rId5"/>
    <p:sldId id="263" r:id="rId6"/>
    <p:sldId id="261" r:id="rId7"/>
    <p:sldId id="264" r:id="rId8"/>
    <p:sldId id="266" r:id="rId9"/>
    <p:sldId id="258" r:id="rId10"/>
    <p:sldId id="259" r:id="rId11"/>
    <p:sldId id="260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8AA821-0ED2-4F9B-9CF1-8066C065B2BF}">
          <p14:sldIdLst>
            <p14:sldId id="256"/>
            <p14:sldId id="265"/>
            <p14:sldId id="257"/>
            <p14:sldId id="262"/>
            <p14:sldId id="263"/>
            <p14:sldId id="261"/>
            <p14:sldId id="264"/>
            <p14:sldId id="266"/>
          </p14:sldIdLst>
        </p14:section>
        <p14:section name="其他AA大省" id="{234BD079-EF90-47FE-BF27-C93284AF74C7}">
          <p14:sldIdLst>
            <p14:sldId id="258"/>
            <p14:sldId id="259"/>
            <p14:sldId id="260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qun Dai" userId="360a2182-b97f-4635-b990-04f846616e33" providerId="ADAL" clId="{8F04EA49-0EFC-48F3-A4D8-E0F0D3B461A8}"/>
    <pc:docChg chg="modSld">
      <pc:chgData name="Yiqun Dai" userId="360a2182-b97f-4635-b990-04f846616e33" providerId="ADAL" clId="{8F04EA49-0EFC-48F3-A4D8-E0F0D3B461A8}" dt="2025-11-26T09:05:05.094" v="5" actId="27918"/>
      <pc:docMkLst>
        <pc:docMk/>
      </pc:docMkLst>
      <pc:sldChg chg="mod">
        <pc:chgData name="Yiqun Dai" userId="360a2182-b97f-4635-b990-04f846616e33" providerId="ADAL" clId="{8F04EA49-0EFC-48F3-A4D8-E0F0D3B461A8}" dt="2025-11-26T09:05:05.094" v="5" actId="27918"/>
        <pc:sldMkLst>
          <pc:docMk/>
          <pc:sldMk cId="2218834911" sldId="256"/>
        </pc:sldMkLst>
      </pc:sldChg>
      <pc:sldChg chg="mod">
        <pc:chgData name="Yiqun Dai" userId="360a2182-b97f-4635-b990-04f846616e33" providerId="ADAL" clId="{8F04EA49-0EFC-48F3-A4D8-E0F0D3B461A8}" dt="2025-11-26T09:01:26.702" v="1" actId="27918"/>
        <pc:sldMkLst>
          <pc:docMk/>
          <pc:sldMk cId="2077749069" sldId="257"/>
        </pc:sldMkLst>
      </pc:sldChg>
    </pc:docChg>
  </pc:docChgLst>
  <pc:docChgLst>
    <pc:chgData name="Xin Zhang" userId="d98667d2-67df-43fb-87c5-85c95e36c0cf" providerId="ADAL" clId="{4449A801-BA1D-4D35-8CEC-C11C7371222F}"/>
    <pc:docChg chg="undo custSel addSld delSld modSld sldOrd addSection delSection modSection">
      <pc:chgData name="Xin Zhang" userId="d98667d2-67df-43fb-87c5-85c95e36c0cf" providerId="ADAL" clId="{4449A801-BA1D-4D35-8CEC-C11C7371222F}" dt="2025-11-24T10:24:15.802" v="2056" actId="20577"/>
      <pc:docMkLst>
        <pc:docMk/>
      </pc:docMkLst>
      <pc:sldChg chg="addSp delSp modSp mod">
        <pc:chgData name="Xin Zhang" userId="d98667d2-67df-43fb-87c5-85c95e36c0cf" providerId="ADAL" clId="{4449A801-BA1D-4D35-8CEC-C11C7371222F}" dt="2025-11-24T10:07:47.736" v="1990" actId="113"/>
        <pc:sldMkLst>
          <pc:docMk/>
          <pc:sldMk cId="2218834911" sldId="256"/>
        </pc:sldMkLst>
        <pc:spChg chg="add mod">
          <ac:chgData name="Xin Zhang" userId="d98667d2-67df-43fb-87c5-85c95e36c0cf" providerId="ADAL" clId="{4449A801-BA1D-4D35-8CEC-C11C7371222F}" dt="2025-11-24T08:24:56.203" v="1577" actId="14100"/>
          <ac:spMkLst>
            <pc:docMk/>
            <pc:sldMk cId="2218834911" sldId="256"/>
            <ac:spMk id="2" creationId="{560D9018-04CB-46B4-D261-1A9E6E4B711E}"/>
          </ac:spMkLst>
        </pc:spChg>
        <pc:spChg chg="mod">
          <ac:chgData name="Xin Zhang" userId="d98667d2-67df-43fb-87c5-85c95e36c0cf" providerId="ADAL" clId="{4449A801-BA1D-4D35-8CEC-C11C7371222F}" dt="2025-11-24T03:43:44.233" v="308"/>
          <ac:spMkLst>
            <pc:docMk/>
            <pc:sldMk cId="2218834911" sldId="256"/>
            <ac:spMk id="10" creationId="{111F1978-06B3-1B2D-F387-22459C86EE05}"/>
          </ac:spMkLst>
        </pc:spChg>
        <pc:spChg chg="mod">
          <ac:chgData name="Xin Zhang" userId="d98667d2-67df-43fb-87c5-85c95e36c0cf" providerId="ADAL" clId="{4449A801-BA1D-4D35-8CEC-C11C7371222F}" dt="2025-11-24T03:38:40.847" v="21" actId="1076"/>
          <ac:spMkLst>
            <pc:docMk/>
            <pc:sldMk cId="2218834911" sldId="256"/>
            <ac:spMk id="14" creationId="{FEE4047E-0939-3E1E-E57B-D01FE8C66517}"/>
          </ac:spMkLst>
        </pc:spChg>
        <pc:spChg chg="mod">
          <ac:chgData name="Xin Zhang" userId="d98667d2-67df-43fb-87c5-85c95e36c0cf" providerId="ADAL" clId="{4449A801-BA1D-4D35-8CEC-C11C7371222F}" dt="2025-11-24T05:18:33.076" v="980" actId="20577"/>
          <ac:spMkLst>
            <pc:docMk/>
            <pc:sldMk cId="2218834911" sldId="256"/>
            <ac:spMk id="16" creationId="{983EFD9C-0494-7FB2-25CA-286E6750D540}"/>
          </ac:spMkLst>
        </pc:spChg>
        <pc:spChg chg="mod">
          <ac:chgData name="Xin Zhang" userId="d98667d2-67df-43fb-87c5-85c95e36c0cf" providerId="ADAL" clId="{4449A801-BA1D-4D35-8CEC-C11C7371222F}" dt="2025-11-24T07:34:12.263" v="1414" actId="20577"/>
          <ac:spMkLst>
            <pc:docMk/>
            <pc:sldMk cId="2218834911" sldId="256"/>
            <ac:spMk id="24" creationId="{2327B4E5-66CA-911E-BE48-E326C943B07E}"/>
          </ac:spMkLst>
        </pc:spChg>
        <pc:spChg chg="add mod">
          <ac:chgData name="Xin Zhang" userId="d98667d2-67df-43fb-87c5-85c95e36c0cf" providerId="ADAL" clId="{4449A801-BA1D-4D35-8CEC-C11C7371222F}" dt="2025-11-24T03:56:08.237" v="736" actId="1076"/>
          <ac:spMkLst>
            <pc:docMk/>
            <pc:sldMk cId="2218834911" sldId="256"/>
            <ac:spMk id="25" creationId="{460A2505-5B7B-AFC8-BA08-2170940B24C6}"/>
          </ac:spMkLst>
        </pc:spChg>
        <pc:spChg chg="add mod">
          <ac:chgData name="Xin Zhang" userId="d98667d2-67df-43fb-87c5-85c95e36c0cf" providerId="ADAL" clId="{4449A801-BA1D-4D35-8CEC-C11C7371222F}" dt="2025-11-24T03:56:06.627" v="735" actId="1076"/>
          <ac:spMkLst>
            <pc:docMk/>
            <pc:sldMk cId="2218834911" sldId="256"/>
            <ac:spMk id="26" creationId="{2BF59C77-ADA5-207A-A590-0660780CE3E8}"/>
          </ac:spMkLst>
        </pc:spChg>
        <pc:spChg chg="add mod">
          <ac:chgData name="Xin Zhang" userId="d98667d2-67df-43fb-87c5-85c95e36c0cf" providerId="ADAL" clId="{4449A801-BA1D-4D35-8CEC-C11C7371222F}" dt="2025-11-24T03:41:12.117" v="232" actId="14100"/>
          <ac:spMkLst>
            <pc:docMk/>
            <pc:sldMk cId="2218834911" sldId="256"/>
            <ac:spMk id="27" creationId="{37303592-618A-3813-5432-762C520E5042}"/>
          </ac:spMkLst>
        </pc:spChg>
        <pc:spChg chg="add mod">
          <ac:chgData name="Xin Zhang" userId="d98667d2-67df-43fb-87c5-85c95e36c0cf" providerId="ADAL" clId="{4449A801-BA1D-4D35-8CEC-C11C7371222F}" dt="2025-11-24T03:41:08.151" v="231" actId="14100"/>
          <ac:spMkLst>
            <pc:docMk/>
            <pc:sldMk cId="2218834911" sldId="256"/>
            <ac:spMk id="28" creationId="{EF50609D-E040-5B00-B36C-2FBCC46531D1}"/>
          </ac:spMkLst>
        </pc:spChg>
        <pc:spChg chg="add mod">
          <ac:chgData name="Xin Zhang" userId="d98667d2-67df-43fb-87c5-85c95e36c0cf" providerId="ADAL" clId="{4449A801-BA1D-4D35-8CEC-C11C7371222F}" dt="2025-11-24T05:43:12.079" v="1008" actId="20577"/>
          <ac:spMkLst>
            <pc:docMk/>
            <pc:sldMk cId="2218834911" sldId="256"/>
            <ac:spMk id="30" creationId="{10A503D0-E7B6-1A8B-D999-EE6F3F913D3C}"/>
          </ac:spMkLst>
        </pc:spChg>
        <pc:spChg chg="add mod">
          <ac:chgData name="Xin Zhang" userId="d98667d2-67df-43fb-87c5-85c95e36c0cf" providerId="ADAL" clId="{4449A801-BA1D-4D35-8CEC-C11C7371222F}" dt="2025-11-24T03:45:36.715" v="534" actId="14100"/>
          <ac:spMkLst>
            <pc:docMk/>
            <pc:sldMk cId="2218834911" sldId="256"/>
            <ac:spMk id="31" creationId="{CEC4FF90-F68E-5FE6-3072-6001F5E56EF4}"/>
          </ac:spMkLst>
        </pc:spChg>
        <pc:spChg chg="add mod">
          <ac:chgData name="Xin Zhang" userId="d98667d2-67df-43fb-87c5-85c95e36c0cf" providerId="ADAL" clId="{4449A801-BA1D-4D35-8CEC-C11C7371222F}" dt="2025-11-24T06:41:41.768" v="1060"/>
          <ac:spMkLst>
            <pc:docMk/>
            <pc:sldMk cId="2218834911" sldId="256"/>
            <ac:spMk id="32" creationId="{62F6498F-D1DF-F710-6567-BD25FA284A74}"/>
          </ac:spMkLst>
        </pc:spChg>
        <pc:graphicFrameChg chg="add mod modGraphic">
          <ac:chgData name="Xin Zhang" userId="d98667d2-67df-43fb-87c5-85c95e36c0cf" providerId="ADAL" clId="{4449A801-BA1D-4D35-8CEC-C11C7371222F}" dt="2025-11-24T09:05:05.772" v="1622" actId="113"/>
          <ac:graphicFrameMkLst>
            <pc:docMk/>
            <pc:sldMk cId="2218834911" sldId="256"/>
            <ac:graphicFrameMk id="3" creationId="{8A4FA702-E2A6-D991-1070-F068C2748D62}"/>
          </ac:graphicFrameMkLst>
        </pc:graphicFrameChg>
        <pc:graphicFrameChg chg="add mod modGraphic">
          <ac:chgData name="Xin Zhang" userId="d98667d2-67df-43fb-87c5-85c95e36c0cf" providerId="ADAL" clId="{4449A801-BA1D-4D35-8CEC-C11C7371222F}" dt="2025-11-24T09:05:02.283" v="1621" actId="122"/>
          <ac:graphicFrameMkLst>
            <pc:docMk/>
            <pc:sldMk cId="2218834911" sldId="256"/>
            <ac:graphicFrameMk id="5" creationId="{85306862-5E77-B01E-7DA1-23D1D01B95C6}"/>
          </ac:graphicFrameMkLst>
        </pc:graphicFrameChg>
        <pc:graphicFrameChg chg="mod">
          <ac:chgData name="Xin Zhang" userId="d98667d2-67df-43fb-87c5-85c95e36c0cf" providerId="ADAL" clId="{4449A801-BA1D-4D35-8CEC-C11C7371222F}" dt="2025-11-24T10:07:47.736" v="1990" actId="113"/>
          <ac:graphicFrameMkLst>
            <pc:docMk/>
            <pc:sldMk cId="2218834911" sldId="256"/>
            <ac:graphicFrameMk id="8" creationId="{DABCD479-6ECA-25B5-B539-8155CEFF3E84}"/>
          </ac:graphicFrameMkLst>
        </pc:graphicFrameChg>
        <pc:graphicFrameChg chg="mod">
          <ac:chgData name="Xin Zhang" userId="d98667d2-67df-43fb-87c5-85c95e36c0cf" providerId="ADAL" clId="{4449A801-BA1D-4D35-8CEC-C11C7371222F}" dt="2025-11-24T07:05:49.624" v="1164" actId="255"/>
          <ac:graphicFrameMkLst>
            <pc:docMk/>
            <pc:sldMk cId="2218834911" sldId="256"/>
            <ac:graphicFrameMk id="22" creationId="{7251BEE7-9272-2548-C0F7-033C4635C584}"/>
          </ac:graphicFrameMkLst>
        </pc:graphicFrameChg>
        <pc:graphicFrameChg chg="mod">
          <ac:chgData name="Xin Zhang" userId="d98667d2-67df-43fb-87c5-85c95e36c0cf" providerId="ADAL" clId="{4449A801-BA1D-4D35-8CEC-C11C7371222F}" dt="2025-11-24T07:05:55.178" v="1165" actId="255"/>
          <ac:graphicFrameMkLst>
            <pc:docMk/>
            <pc:sldMk cId="2218834911" sldId="256"/>
            <ac:graphicFrameMk id="23" creationId="{1D260B1A-1608-ABCA-BDDA-B3F3CC8D1825}"/>
          </ac:graphicFrameMkLst>
        </pc:graphicFrameChg>
      </pc:sldChg>
      <pc:sldChg chg="addSp delSp modSp add mod">
        <pc:chgData name="Xin Zhang" userId="d98667d2-67df-43fb-87c5-85c95e36c0cf" providerId="ADAL" clId="{4449A801-BA1D-4D35-8CEC-C11C7371222F}" dt="2025-11-24T09:06:10.740" v="1632" actId="122"/>
        <pc:sldMkLst>
          <pc:docMk/>
          <pc:sldMk cId="2077749069" sldId="257"/>
        </pc:sldMkLst>
        <pc:spChg chg="add mod">
          <ac:chgData name="Xin Zhang" userId="d98667d2-67df-43fb-87c5-85c95e36c0cf" providerId="ADAL" clId="{4449A801-BA1D-4D35-8CEC-C11C7371222F}" dt="2025-11-24T07:07:27.918" v="1182"/>
          <ac:spMkLst>
            <pc:docMk/>
            <pc:sldMk cId="2077749069" sldId="257"/>
            <ac:spMk id="2" creationId="{DA04F9AE-0842-ADA6-AED4-9A4B576D74C7}"/>
          </ac:spMkLst>
        </pc:spChg>
        <pc:spChg chg="mod">
          <ac:chgData name="Xin Zhang" userId="d98667d2-67df-43fb-87c5-85c95e36c0cf" providerId="ADAL" clId="{4449A801-BA1D-4D35-8CEC-C11C7371222F}" dt="2025-11-24T07:37:19.823" v="1445" actId="20577"/>
          <ac:spMkLst>
            <pc:docMk/>
            <pc:sldMk cId="2077749069" sldId="257"/>
            <ac:spMk id="24" creationId="{0774DE2C-737F-2C3C-BB0D-E84DA5F0FD07}"/>
          </ac:spMkLst>
        </pc:spChg>
        <pc:graphicFrameChg chg="add mod">
          <ac:chgData name="Xin Zhang" userId="d98667d2-67df-43fb-87c5-85c95e36c0cf" providerId="ADAL" clId="{4449A801-BA1D-4D35-8CEC-C11C7371222F}" dt="2025-11-24T07:06:03.861" v="1167"/>
          <ac:graphicFrameMkLst>
            <pc:docMk/>
            <pc:sldMk cId="2077749069" sldId="257"/>
            <ac:graphicFrameMk id="6" creationId="{17BB5E07-C176-9EC7-198F-BD390EA8344D}"/>
          </ac:graphicFrameMkLst>
        </pc:graphicFrameChg>
        <pc:graphicFrameChg chg="add mod">
          <ac:chgData name="Xin Zhang" userId="d98667d2-67df-43fb-87c5-85c95e36c0cf" providerId="ADAL" clId="{4449A801-BA1D-4D35-8CEC-C11C7371222F}" dt="2025-11-24T07:06:03.861" v="1167"/>
          <ac:graphicFrameMkLst>
            <pc:docMk/>
            <pc:sldMk cId="2077749069" sldId="257"/>
            <ac:graphicFrameMk id="7" creationId="{A273D077-9481-57B2-3C60-DEC8EBA21EEA}"/>
          </ac:graphicFrameMkLst>
        </pc:graphicFrameChg>
        <pc:graphicFrameChg chg="add mod modGraphic">
          <ac:chgData name="Xin Zhang" userId="d98667d2-67df-43fb-87c5-85c95e36c0cf" providerId="ADAL" clId="{4449A801-BA1D-4D35-8CEC-C11C7371222F}" dt="2025-11-24T09:06:00.288" v="1629" actId="122"/>
          <ac:graphicFrameMkLst>
            <pc:docMk/>
            <pc:sldMk cId="2077749069" sldId="257"/>
            <ac:graphicFrameMk id="11" creationId="{338BADBE-FB5D-42D9-5EAA-6975EA983132}"/>
          </ac:graphicFrameMkLst>
        </pc:graphicFrameChg>
        <pc:graphicFrameChg chg="add mod modGraphic">
          <ac:chgData name="Xin Zhang" userId="d98667d2-67df-43fb-87c5-85c95e36c0cf" providerId="ADAL" clId="{4449A801-BA1D-4D35-8CEC-C11C7371222F}" dt="2025-11-24T09:06:10.740" v="1632" actId="122"/>
          <ac:graphicFrameMkLst>
            <pc:docMk/>
            <pc:sldMk cId="2077749069" sldId="257"/>
            <ac:graphicFrameMk id="12" creationId="{757489FB-CBEC-F767-8BD1-62AEA78D2BDB}"/>
          </ac:graphicFrameMkLst>
        </pc:graphicFrameChg>
      </pc:sldChg>
      <pc:sldChg chg="addSp modSp add mod ord modShow">
        <pc:chgData name="Xin Zhang" userId="d98667d2-67df-43fb-87c5-85c95e36c0cf" providerId="ADAL" clId="{4449A801-BA1D-4D35-8CEC-C11C7371222F}" dt="2025-11-24T10:05:35.862" v="1976" actId="122"/>
        <pc:sldMkLst>
          <pc:docMk/>
          <pc:sldMk cId="1902671033" sldId="258"/>
        </pc:sldMkLst>
        <pc:spChg chg="mod">
          <ac:chgData name="Xin Zhang" userId="d98667d2-67df-43fb-87c5-85c95e36c0cf" providerId="ADAL" clId="{4449A801-BA1D-4D35-8CEC-C11C7371222F}" dt="2025-11-24T07:10:06.402" v="1209"/>
          <ac:spMkLst>
            <pc:docMk/>
            <pc:sldMk cId="1902671033" sldId="258"/>
            <ac:spMk id="2" creationId="{F03F62C0-6AAB-6D5D-3CDA-B21C51D98D92}"/>
          </ac:spMkLst>
        </pc:spChg>
        <pc:spChg chg="mod">
          <ac:chgData name="Xin Zhang" userId="d98667d2-67df-43fb-87c5-85c95e36c0cf" providerId="ADAL" clId="{4449A801-BA1D-4D35-8CEC-C11C7371222F}" dt="2025-11-24T07:44:00.014" v="1472" actId="20577"/>
          <ac:spMkLst>
            <pc:docMk/>
            <pc:sldMk cId="1902671033" sldId="258"/>
            <ac:spMk id="24" creationId="{AA97709C-1C60-0CBA-CDCA-ECE0260D71DF}"/>
          </ac:spMkLst>
        </pc:spChg>
        <pc:graphicFrameChg chg="add mod modGraphic">
          <ac:chgData name="Xin Zhang" userId="d98667d2-67df-43fb-87c5-85c95e36c0cf" providerId="ADAL" clId="{4449A801-BA1D-4D35-8CEC-C11C7371222F}" dt="2025-11-24T10:05:30.933" v="1974" actId="255"/>
          <ac:graphicFrameMkLst>
            <pc:docMk/>
            <pc:sldMk cId="1902671033" sldId="258"/>
            <ac:graphicFrameMk id="3" creationId="{480FD74D-7703-6944-DD94-2FD4AD64AB2E}"/>
          </ac:graphicFrameMkLst>
        </pc:graphicFrameChg>
        <pc:graphicFrameChg chg="add mod modGraphic">
          <ac:chgData name="Xin Zhang" userId="d98667d2-67df-43fb-87c5-85c95e36c0cf" providerId="ADAL" clId="{4449A801-BA1D-4D35-8CEC-C11C7371222F}" dt="2025-11-24T10:05:35.862" v="1976" actId="122"/>
          <ac:graphicFrameMkLst>
            <pc:docMk/>
            <pc:sldMk cId="1902671033" sldId="258"/>
            <ac:graphicFrameMk id="5" creationId="{B9BFD52D-92FF-B358-4C48-D7B1452CB4BA}"/>
          </ac:graphicFrameMkLst>
        </pc:graphicFrameChg>
      </pc:sldChg>
      <pc:sldChg chg="addSp modSp add mod ord modShow">
        <pc:chgData name="Xin Zhang" userId="d98667d2-67df-43fb-87c5-85c95e36c0cf" providerId="ADAL" clId="{4449A801-BA1D-4D35-8CEC-C11C7371222F}" dt="2025-11-24T10:24:15.802" v="2056" actId="20577"/>
        <pc:sldMkLst>
          <pc:docMk/>
          <pc:sldMk cId="1415980148" sldId="259"/>
        </pc:sldMkLst>
        <pc:spChg chg="mod">
          <ac:chgData name="Xin Zhang" userId="d98667d2-67df-43fb-87c5-85c95e36c0cf" providerId="ADAL" clId="{4449A801-BA1D-4D35-8CEC-C11C7371222F}" dt="2025-11-24T07:24:15.048" v="1281"/>
          <ac:spMkLst>
            <pc:docMk/>
            <pc:sldMk cId="1415980148" sldId="259"/>
            <ac:spMk id="2" creationId="{969F52EA-11BD-6353-1D95-3998DD3ED362}"/>
          </ac:spMkLst>
        </pc:spChg>
        <pc:spChg chg="mod">
          <ac:chgData name="Xin Zhang" userId="d98667d2-67df-43fb-87c5-85c95e36c0cf" providerId="ADAL" clId="{4449A801-BA1D-4D35-8CEC-C11C7371222F}" dt="2025-11-24T10:24:15.802" v="2056" actId="20577"/>
          <ac:spMkLst>
            <pc:docMk/>
            <pc:sldMk cId="1415980148" sldId="259"/>
            <ac:spMk id="24" creationId="{4B51A989-D041-AAEF-3E24-8D5ADF3DCDF1}"/>
          </ac:spMkLst>
        </pc:spChg>
        <pc:graphicFrameChg chg="add mod modGraphic">
          <ac:chgData name="Xin Zhang" userId="d98667d2-67df-43fb-87c5-85c95e36c0cf" providerId="ADAL" clId="{4449A801-BA1D-4D35-8CEC-C11C7371222F}" dt="2025-11-24T10:06:37.035" v="1985" actId="255"/>
          <ac:graphicFrameMkLst>
            <pc:docMk/>
            <pc:sldMk cId="1415980148" sldId="259"/>
            <ac:graphicFrameMk id="3" creationId="{647E30C7-B04F-349B-032C-B1B6A9BF1943}"/>
          </ac:graphicFrameMkLst>
        </pc:graphicFrameChg>
        <pc:graphicFrameChg chg="add mod modGraphic">
          <ac:chgData name="Xin Zhang" userId="d98667d2-67df-43fb-87c5-85c95e36c0cf" providerId="ADAL" clId="{4449A801-BA1D-4D35-8CEC-C11C7371222F}" dt="2025-11-24T10:06:47.406" v="1988" actId="255"/>
          <ac:graphicFrameMkLst>
            <pc:docMk/>
            <pc:sldMk cId="1415980148" sldId="259"/>
            <ac:graphicFrameMk id="5" creationId="{8A75B347-76D2-8A44-7A2F-A918B0D105E4}"/>
          </ac:graphicFrameMkLst>
        </pc:graphicFrameChg>
      </pc:sldChg>
      <pc:sldChg chg="addSp modSp add del mod ord modShow">
        <pc:chgData name="Xin Zhang" userId="d98667d2-67df-43fb-87c5-85c95e36c0cf" providerId="ADAL" clId="{4449A801-BA1D-4D35-8CEC-C11C7371222F}" dt="2025-11-24T10:24:13.326" v="2054" actId="20577"/>
        <pc:sldMkLst>
          <pc:docMk/>
          <pc:sldMk cId="1838631846" sldId="260"/>
        </pc:sldMkLst>
        <pc:spChg chg="mod">
          <ac:chgData name="Xin Zhang" userId="d98667d2-67df-43fb-87c5-85c95e36c0cf" providerId="ADAL" clId="{4449A801-BA1D-4D35-8CEC-C11C7371222F}" dt="2025-11-24T07:29:09.607" v="1333" actId="20577"/>
          <ac:spMkLst>
            <pc:docMk/>
            <pc:sldMk cId="1838631846" sldId="260"/>
            <ac:spMk id="2" creationId="{F92267E9-2A43-106F-3CEB-131210291975}"/>
          </ac:spMkLst>
        </pc:spChg>
        <pc:spChg chg="mod">
          <ac:chgData name="Xin Zhang" userId="d98667d2-67df-43fb-87c5-85c95e36c0cf" providerId="ADAL" clId="{4449A801-BA1D-4D35-8CEC-C11C7371222F}" dt="2025-11-24T10:24:13.326" v="2054" actId="20577"/>
          <ac:spMkLst>
            <pc:docMk/>
            <pc:sldMk cId="1838631846" sldId="260"/>
            <ac:spMk id="24" creationId="{0E821264-4E2B-F757-B793-F70B5DB0F63B}"/>
          </ac:spMkLst>
        </pc:spChg>
        <pc:graphicFrameChg chg="add mod modGraphic">
          <ac:chgData name="Xin Zhang" userId="d98667d2-67df-43fb-87c5-85c95e36c0cf" providerId="ADAL" clId="{4449A801-BA1D-4D35-8CEC-C11C7371222F}" dt="2025-11-24T10:06:12.772" v="1979" actId="255"/>
          <ac:graphicFrameMkLst>
            <pc:docMk/>
            <pc:sldMk cId="1838631846" sldId="260"/>
            <ac:graphicFrameMk id="3" creationId="{604D4D93-AF1C-E7B9-C076-88AD884FCA58}"/>
          </ac:graphicFrameMkLst>
        </pc:graphicFrameChg>
        <pc:graphicFrameChg chg="add mod modGraphic">
          <ac:chgData name="Xin Zhang" userId="d98667d2-67df-43fb-87c5-85c95e36c0cf" providerId="ADAL" clId="{4449A801-BA1D-4D35-8CEC-C11C7371222F}" dt="2025-11-24T10:06:22.520" v="1982" actId="255"/>
          <ac:graphicFrameMkLst>
            <pc:docMk/>
            <pc:sldMk cId="1838631846" sldId="260"/>
            <ac:graphicFrameMk id="5" creationId="{F9BAA844-C79C-D4B1-D7FC-961BB263638F}"/>
          </ac:graphicFrameMkLst>
        </pc:graphicFrameChg>
        <pc:graphicFrameChg chg="mod">
          <ac:chgData name="Xin Zhang" userId="d98667d2-67df-43fb-87c5-85c95e36c0cf" providerId="ADAL" clId="{4449A801-BA1D-4D35-8CEC-C11C7371222F}" dt="2025-11-24T07:33:02.571" v="1366"/>
          <ac:graphicFrameMkLst>
            <pc:docMk/>
            <pc:sldMk cId="1838631846" sldId="260"/>
            <ac:graphicFrameMk id="6" creationId="{411E600E-2B18-BC86-FAEE-2272A6FB0131}"/>
          </ac:graphicFrameMkLst>
        </pc:graphicFrameChg>
      </pc:sldChg>
      <pc:sldChg chg="addSp delSp modSp add del mod ord">
        <pc:chgData name="Xin Zhang" userId="d98667d2-67df-43fb-87c5-85c95e36c0cf" providerId="ADAL" clId="{4449A801-BA1D-4D35-8CEC-C11C7371222F}" dt="2025-11-24T09:53:24.026" v="1886" actId="20577"/>
        <pc:sldMkLst>
          <pc:docMk/>
          <pc:sldMk cId="1726196816" sldId="261"/>
        </pc:sldMkLst>
        <pc:spChg chg="mod">
          <ac:chgData name="Xin Zhang" userId="d98667d2-67df-43fb-87c5-85c95e36c0cf" providerId="ADAL" clId="{4449A801-BA1D-4D35-8CEC-C11C7371222F}" dt="2025-11-24T08:08:17.580" v="1497"/>
          <ac:spMkLst>
            <pc:docMk/>
            <pc:sldMk cId="1726196816" sldId="261"/>
            <ac:spMk id="2" creationId="{FDBAE89C-9A50-4F8D-FEBE-7195FDF036F6}"/>
          </ac:spMkLst>
        </pc:spChg>
        <pc:spChg chg="mod">
          <ac:chgData name="Xin Zhang" userId="d98667d2-67df-43fb-87c5-85c95e36c0cf" providerId="ADAL" clId="{4449A801-BA1D-4D35-8CEC-C11C7371222F}" dt="2025-11-24T09:53:24.026" v="1886" actId="20577"/>
          <ac:spMkLst>
            <pc:docMk/>
            <pc:sldMk cId="1726196816" sldId="261"/>
            <ac:spMk id="24" creationId="{C3A523D8-771B-0247-078D-2C38A824C109}"/>
          </ac:spMkLst>
        </pc:spChg>
        <pc:graphicFrameChg chg="add mod modGraphic">
          <ac:chgData name="Xin Zhang" userId="d98667d2-67df-43fb-87c5-85c95e36c0cf" providerId="ADAL" clId="{4449A801-BA1D-4D35-8CEC-C11C7371222F}" dt="2025-11-24T09:07:41.489" v="1645" actId="122"/>
          <ac:graphicFrameMkLst>
            <pc:docMk/>
            <pc:sldMk cId="1726196816" sldId="261"/>
            <ac:graphicFrameMk id="3" creationId="{65F411C9-530D-0EC8-F25B-F095301E4B7D}"/>
          </ac:graphicFrameMkLst>
        </pc:graphicFrameChg>
        <pc:graphicFrameChg chg="add mod modGraphic">
          <ac:chgData name="Xin Zhang" userId="d98667d2-67df-43fb-87c5-85c95e36c0cf" providerId="ADAL" clId="{4449A801-BA1D-4D35-8CEC-C11C7371222F}" dt="2025-11-24T09:07:28.645" v="1640" actId="122"/>
          <ac:graphicFrameMkLst>
            <pc:docMk/>
            <pc:sldMk cId="1726196816" sldId="261"/>
            <ac:graphicFrameMk id="5" creationId="{AA771E3F-6FBC-0217-8167-C8824AB84413}"/>
          </ac:graphicFrameMkLst>
        </pc:graphicFrameChg>
        <pc:graphicFrameChg chg="mod">
          <ac:chgData name="Xin Zhang" userId="d98667d2-67df-43fb-87c5-85c95e36c0cf" providerId="ADAL" clId="{4449A801-BA1D-4D35-8CEC-C11C7371222F}" dt="2025-11-24T09:01:56.299" v="1594" actId="14100"/>
          <ac:graphicFrameMkLst>
            <pc:docMk/>
            <pc:sldMk cId="1726196816" sldId="261"/>
            <ac:graphicFrameMk id="21" creationId="{3D48F5CD-6903-8B60-8A5B-9BDA6066352C}"/>
          </ac:graphicFrameMkLst>
        </pc:graphicFrameChg>
      </pc:sldChg>
      <pc:sldChg chg="modSp add mod">
        <pc:chgData name="Xin Zhang" userId="d98667d2-67df-43fb-87c5-85c95e36c0cf" providerId="ADAL" clId="{4449A801-BA1D-4D35-8CEC-C11C7371222F}" dt="2025-11-24T09:53:28.440" v="1890" actId="20577"/>
        <pc:sldMkLst>
          <pc:docMk/>
          <pc:sldMk cId="3275709483" sldId="262"/>
        </pc:sldMkLst>
        <pc:spChg chg="mod">
          <ac:chgData name="Xin Zhang" userId="d98667d2-67df-43fb-87c5-85c95e36c0cf" providerId="ADAL" clId="{4449A801-BA1D-4D35-8CEC-C11C7371222F}" dt="2025-11-24T09:08:17.941" v="1650"/>
          <ac:spMkLst>
            <pc:docMk/>
            <pc:sldMk cId="3275709483" sldId="262"/>
            <ac:spMk id="2" creationId="{5A0A6855-5240-6466-97DB-FD5034BB31B8}"/>
          </ac:spMkLst>
        </pc:spChg>
        <pc:spChg chg="mod">
          <ac:chgData name="Xin Zhang" userId="d98667d2-67df-43fb-87c5-85c95e36c0cf" providerId="ADAL" clId="{4449A801-BA1D-4D35-8CEC-C11C7371222F}" dt="2025-11-24T09:53:28.440" v="1890" actId="20577"/>
          <ac:spMkLst>
            <pc:docMk/>
            <pc:sldMk cId="3275709483" sldId="262"/>
            <ac:spMk id="24" creationId="{14A9AF90-B749-483D-D996-826AA2226942}"/>
          </ac:spMkLst>
        </pc:spChg>
        <pc:graphicFrameChg chg="mod modGraphic">
          <ac:chgData name="Xin Zhang" userId="d98667d2-67df-43fb-87c5-85c95e36c0cf" providerId="ADAL" clId="{4449A801-BA1D-4D35-8CEC-C11C7371222F}" dt="2025-11-24T09:12:18.191" v="1684" actId="122"/>
          <ac:graphicFrameMkLst>
            <pc:docMk/>
            <pc:sldMk cId="3275709483" sldId="262"/>
            <ac:graphicFrameMk id="3" creationId="{74B10072-D9BE-9845-133E-C9DE13C7BD4F}"/>
          </ac:graphicFrameMkLst>
        </pc:graphicFrameChg>
        <pc:graphicFrameChg chg="mod modGraphic">
          <ac:chgData name="Xin Zhang" userId="d98667d2-67df-43fb-87c5-85c95e36c0cf" providerId="ADAL" clId="{4449A801-BA1D-4D35-8CEC-C11C7371222F}" dt="2025-11-24T09:12:24.370" v="1686" actId="122"/>
          <ac:graphicFrameMkLst>
            <pc:docMk/>
            <pc:sldMk cId="3275709483" sldId="262"/>
            <ac:graphicFrameMk id="5" creationId="{361208D3-F0F2-6FE5-D94C-AAB5691B778B}"/>
          </ac:graphicFrameMkLst>
        </pc:graphicFrameChg>
      </pc:sldChg>
      <pc:sldChg chg="modSp add mod">
        <pc:chgData name="Xin Zhang" userId="d98667d2-67df-43fb-87c5-85c95e36c0cf" providerId="ADAL" clId="{4449A801-BA1D-4D35-8CEC-C11C7371222F}" dt="2025-11-24T09:53:26.123" v="1888" actId="20577"/>
        <pc:sldMkLst>
          <pc:docMk/>
          <pc:sldMk cId="723464208" sldId="263"/>
        </pc:sldMkLst>
        <pc:spChg chg="mod">
          <ac:chgData name="Xin Zhang" userId="d98667d2-67df-43fb-87c5-85c95e36c0cf" providerId="ADAL" clId="{4449A801-BA1D-4D35-8CEC-C11C7371222F}" dt="2025-11-24T09:15:45.862" v="1697"/>
          <ac:spMkLst>
            <pc:docMk/>
            <pc:sldMk cId="723464208" sldId="263"/>
            <ac:spMk id="2" creationId="{D5B33934-C1C8-9874-5CB1-6DEBF5481981}"/>
          </ac:spMkLst>
        </pc:spChg>
        <pc:spChg chg="mod">
          <ac:chgData name="Xin Zhang" userId="d98667d2-67df-43fb-87c5-85c95e36c0cf" providerId="ADAL" clId="{4449A801-BA1D-4D35-8CEC-C11C7371222F}" dt="2025-11-24T09:53:26.123" v="1888" actId="20577"/>
          <ac:spMkLst>
            <pc:docMk/>
            <pc:sldMk cId="723464208" sldId="263"/>
            <ac:spMk id="24" creationId="{E41A06DA-886D-DB35-4D6D-30664A570BEC}"/>
          </ac:spMkLst>
        </pc:spChg>
        <pc:graphicFrameChg chg="mod modGraphic">
          <ac:chgData name="Xin Zhang" userId="d98667d2-67df-43fb-87c5-85c95e36c0cf" providerId="ADAL" clId="{4449A801-BA1D-4D35-8CEC-C11C7371222F}" dt="2025-11-24T09:19:18.988" v="1733" actId="255"/>
          <ac:graphicFrameMkLst>
            <pc:docMk/>
            <pc:sldMk cId="723464208" sldId="263"/>
            <ac:graphicFrameMk id="3" creationId="{12E56439-F9BC-26E0-F131-5C023A36728E}"/>
          </ac:graphicFrameMkLst>
        </pc:graphicFrameChg>
        <pc:graphicFrameChg chg="mod modGraphic">
          <ac:chgData name="Xin Zhang" userId="d98667d2-67df-43fb-87c5-85c95e36c0cf" providerId="ADAL" clId="{4449A801-BA1D-4D35-8CEC-C11C7371222F}" dt="2025-11-24T09:19:08.458" v="1730" actId="122"/>
          <ac:graphicFrameMkLst>
            <pc:docMk/>
            <pc:sldMk cId="723464208" sldId="263"/>
            <ac:graphicFrameMk id="5" creationId="{2F3E2BA2-E0D8-11E8-D4EC-17348B7D91C1}"/>
          </ac:graphicFrameMkLst>
        </pc:graphicFrameChg>
      </pc:sldChg>
      <pc:sldChg chg="modSp add mod">
        <pc:chgData name="Xin Zhang" userId="d98667d2-67df-43fb-87c5-85c95e36c0cf" providerId="ADAL" clId="{4449A801-BA1D-4D35-8CEC-C11C7371222F}" dt="2025-11-24T09:53:19.829" v="1884" actId="20577"/>
        <pc:sldMkLst>
          <pc:docMk/>
          <pc:sldMk cId="2751405553" sldId="264"/>
        </pc:sldMkLst>
        <pc:spChg chg="mod">
          <ac:chgData name="Xin Zhang" userId="d98667d2-67df-43fb-87c5-85c95e36c0cf" providerId="ADAL" clId="{4449A801-BA1D-4D35-8CEC-C11C7371222F}" dt="2025-11-24T09:21:53.479" v="1744"/>
          <ac:spMkLst>
            <pc:docMk/>
            <pc:sldMk cId="2751405553" sldId="264"/>
            <ac:spMk id="2" creationId="{D8B940C4-A8F3-A01B-B287-9B982A02F40E}"/>
          </ac:spMkLst>
        </pc:spChg>
        <pc:spChg chg="mod">
          <ac:chgData name="Xin Zhang" userId="d98667d2-67df-43fb-87c5-85c95e36c0cf" providerId="ADAL" clId="{4449A801-BA1D-4D35-8CEC-C11C7371222F}" dt="2025-11-24T09:53:19.829" v="1884" actId="20577"/>
          <ac:spMkLst>
            <pc:docMk/>
            <pc:sldMk cId="2751405553" sldId="264"/>
            <ac:spMk id="24" creationId="{EA5D1A1E-4488-E99D-C9CA-A4197D15AB55}"/>
          </ac:spMkLst>
        </pc:spChg>
        <pc:graphicFrameChg chg="mod modGraphic">
          <ac:chgData name="Xin Zhang" userId="d98667d2-67df-43fb-87c5-85c95e36c0cf" providerId="ADAL" clId="{4449A801-BA1D-4D35-8CEC-C11C7371222F}" dt="2025-11-24T09:51:27.214" v="1874" actId="122"/>
          <ac:graphicFrameMkLst>
            <pc:docMk/>
            <pc:sldMk cId="2751405553" sldId="264"/>
            <ac:graphicFrameMk id="3" creationId="{B40D9114-6947-23A5-E7EE-E3E5B8A95FF5}"/>
          </ac:graphicFrameMkLst>
        </pc:graphicFrameChg>
        <pc:graphicFrameChg chg="mod modGraphic">
          <ac:chgData name="Xin Zhang" userId="d98667d2-67df-43fb-87c5-85c95e36c0cf" providerId="ADAL" clId="{4449A801-BA1D-4D35-8CEC-C11C7371222F}" dt="2025-11-24T09:51:17.874" v="1871" actId="255"/>
          <ac:graphicFrameMkLst>
            <pc:docMk/>
            <pc:sldMk cId="2751405553" sldId="264"/>
            <ac:graphicFrameMk id="5" creationId="{9076F673-B9BF-5533-0136-D7702BDD0547}"/>
          </ac:graphicFrameMkLst>
        </pc:graphicFrameChg>
      </pc:sldChg>
      <pc:sldChg chg="addSp delSp modSp new mod">
        <pc:chgData name="Xin Zhang" userId="d98667d2-67df-43fb-87c5-85c95e36c0cf" providerId="ADAL" clId="{4449A801-BA1D-4D35-8CEC-C11C7371222F}" dt="2025-11-24T09:25:59.082" v="1844" actId="1076"/>
        <pc:sldMkLst>
          <pc:docMk/>
          <pc:sldMk cId="3913291117" sldId="265"/>
        </pc:sldMkLst>
        <pc:spChg chg="add mod">
          <ac:chgData name="Xin Zhang" userId="d98667d2-67df-43fb-87c5-85c95e36c0cf" providerId="ADAL" clId="{4449A801-BA1D-4D35-8CEC-C11C7371222F}" dt="2025-11-24T09:25:59.082" v="1844" actId="1076"/>
          <ac:spMkLst>
            <pc:docMk/>
            <pc:sldMk cId="3913291117" sldId="265"/>
            <ac:spMk id="4" creationId="{55560F3B-ACF3-9CA7-2C00-F5C057F99F88}"/>
          </ac:spMkLst>
        </pc:spChg>
      </pc:sldChg>
      <pc:sldChg chg="modSp add mod">
        <pc:chgData name="Xin Zhang" userId="d98667d2-67df-43fb-87c5-85c95e36c0cf" providerId="ADAL" clId="{4449A801-BA1D-4D35-8CEC-C11C7371222F}" dt="2025-11-24T10:04:04.513" v="1964" actId="27918"/>
        <pc:sldMkLst>
          <pc:docMk/>
          <pc:sldMk cId="811374216" sldId="266"/>
        </pc:sldMkLst>
        <pc:spChg chg="mod">
          <ac:chgData name="Xin Zhang" userId="d98667d2-67df-43fb-87c5-85c95e36c0cf" providerId="ADAL" clId="{4449A801-BA1D-4D35-8CEC-C11C7371222F}" dt="2025-11-24T09:54:22.557" v="1905"/>
          <ac:spMkLst>
            <pc:docMk/>
            <pc:sldMk cId="811374216" sldId="266"/>
            <ac:spMk id="2" creationId="{669B1E53-099E-8859-C6DF-1D9A7B4D0E51}"/>
          </ac:spMkLst>
        </pc:spChg>
        <pc:graphicFrameChg chg="mod modGraphic">
          <ac:chgData name="Xin Zhang" userId="d98667d2-67df-43fb-87c5-85c95e36c0cf" providerId="ADAL" clId="{4449A801-BA1D-4D35-8CEC-C11C7371222F}" dt="2025-11-24T10:01:39.367" v="1950" actId="255"/>
          <ac:graphicFrameMkLst>
            <pc:docMk/>
            <pc:sldMk cId="811374216" sldId="266"/>
            <ac:graphicFrameMk id="3" creationId="{FE9FC0F5-2651-EDA6-2ABB-60972D13935C}"/>
          </ac:graphicFrameMkLst>
        </pc:graphicFrameChg>
        <pc:graphicFrameChg chg="mod modGraphic">
          <ac:chgData name="Xin Zhang" userId="d98667d2-67df-43fb-87c5-85c95e36c0cf" providerId="ADAL" clId="{4449A801-BA1D-4D35-8CEC-C11C7371222F}" dt="2025-11-24T10:01:24.535" v="1946" actId="122"/>
          <ac:graphicFrameMkLst>
            <pc:docMk/>
            <pc:sldMk cId="811374216" sldId="266"/>
            <ac:graphicFrameMk id="5" creationId="{B0CE89B6-8DFD-1A1C-C276-C48D1B9A2B76}"/>
          </ac:graphicFrameMkLst>
        </pc:graphicFrameChg>
      </pc:sldChg>
      <pc:sldChg chg="modSp add mod">
        <pc:chgData name="Xin Zhang" userId="d98667d2-67df-43fb-87c5-85c95e36c0cf" providerId="ADAL" clId="{4449A801-BA1D-4D35-8CEC-C11C7371222F}" dt="2025-11-24T10:24:11.224" v="2052" actId="20577"/>
        <pc:sldMkLst>
          <pc:docMk/>
          <pc:sldMk cId="2854749997" sldId="267"/>
        </pc:sldMkLst>
        <pc:spChg chg="mod">
          <ac:chgData name="Xin Zhang" userId="d98667d2-67df-43fb-87c5-85c95e36c0cf" providerId="ADAL" clId="{4449A801-BA1D-4D35-8CEC-C11C7371222F}" dt="2025-11-24T10:09:16.410" v="2003"/>
          <ac:spMkLst>
            <pc:docMk/>
            <pc:sldMk cId="2854749997" sldId="267"/>
            <ac:spMk id="2" creationId="{3F9960B8-470D-B8C5-4B5E-01A910AC615D}"/>
          </ac:spMkLst>
        </pc:spChg>
        <pc:spChg chg="mod">
          <ac:chgData name="Xin Zhang" userId="d98667d2-67df-43fb-87c5-85c95e36c0cf" providerId="ADAL" clId="{4449A801-BA1D-4D35-8CEC-C11C7371222F}" dt="2025-11-24T10:24:11.224" v="2052" actId="20577"/>
          <ac:spMkLst>
            <pc:docMk/>
            <pc:sldMk cId="2854749997" sldId="267"/>
            <ac:spMk id="24" creationId="{5B608EEA-DAA6-5F2E-5810-F4CCC82CD0FE}"/>
          </ac:spMkLst>
        </pc:spChg>
        <pc:graphicFrameChg chg="mod modGraphic">
          <ac:chgData name="Xin Zhang" userId="d98667d2-67df-43fb-87c5-85c95e36c0cf" providerId="ADAL" clId="{4449A801-BA1D-4D35-8CEC-C11C7371222F}" dt="2025-11-24T10:13:55.261" v="2041" actId="255"/>
          <ac:graphicFrameMkLst>
            <pc:docMk/>
            <pc:sldMk cId="2854749997" sldId="267"/>
            <ac:graphicFrameMk id="3" creationId="{B8A3ED59-B9B4-241F-51A9-37A4CBB54012}"/>
          </ac:graphicFrameMkLst>
        </pc:graphicFrameChg>
        <pc:graphicFrameChg chg="mod modGraphic">
          <ac:chgData name="Xin Zhang" userId="d98667d2-67df-43fb-87c5-85c95e36c0cf" providerId="ADAL" clId="{4449A801-BA1D-4D35-8CEC-C11C7371222F}" dt="2025-11-24T10:14:03.601" v="2044" actId="255"/>
          <ac:graphicFrameMkLst>
            <pc:docMk/>
            <pc:sldMk cId="2854749997" sldId="267"/>
            <ac:graphicFrameMk id="5" creationId="{BA072B66-9BC3-CBBE-70B5-AF6AC2AD017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79.xml"/><Relationship Id="rId1" Type="http://schemas.microsoft.com/office/2011/relationships/chartStyle" Target="style79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9.xlsx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0.xlsx"/><Relationship Id="rId2" Type="http://schemas.microsoft.com/office/2011/relationships/chartColorStyle" Target="colors81.xml"/><Relationship Id="rId1" Type="http://schemas.microsoft.com/office/2011/relationships/chartStyle" Target="style81.xm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1.xlsx"/><Relationship Id="rId2" Type="http://schemas.microsoft.com/office/2011/relationships/chartColorStyle" Target="colors82.xml"/><Relationship Id="rId1" Type="http://schemas.microsoft.com/office/2011/relationships/chartStyle" Target="style82.xm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2.xlsx"/><Relationship Id="rId2" Type="http://schemas.microsoft.com/office/2011/relationships/chartColorStyle" Target="colors83.xml"/><Relationship Id="rId1" Type="http://schemas.microsoft.com/office/2011/relationships/chartStyle" Target="style83.xm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3.xlsx"/><Relationship Id="rId2" Type="http://schemas.microsoft.com/office/2011/relationships/chartColorStyle" Target="colors84.xml"/><Relationship Id="rId1" Type="http://schemas.microsoft.com/office/2011/relationships/chartStyle" Target="style84.xm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4.xlsx"/><Relationship Id="rId2" Type="http://schemas.microsoft.com/office/2011/relationships/chartColorStyle" Target="colors85.xml"/><Relationship Id="rId1" Type="http://schemas.microsoft.com/office/2011/relationships/chartStyle" Target="style85.xm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5.xlsx"/><Relationship Id="rId2" Type="http://schemas.microsoft.com/office/2011/relationships/chartColorStyle" Target="colors86.xml"/><Relationship Id="rId1" Type="http://schemas.microsoft.com/office/2011/relationships/chartStyle" Target="style86.xm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6.xlsx"/><Relationship Id="rId2" Type="http://schemas.microsoft.com/office/2011/relationships/chartColorStyle" Target="colors87.xml"/><Relationship Id="rId1" Type="http://schemas.microsoft.com/office/2011/relationships/chartStyle" Target="style87.xm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7.xlsx"/><Relationship Id="rId2" Type="http://schemas.microsoft.com/office/2011/relationships/chartColorStyle" Target="colors88.xml"/><Relationship Id="rId1" Type="http://schemas.microsoft.com/office/2011/relationships/chartStyle" Target="style8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b="0" dirty="0"/>
              <a:t>立普妥</a:t>
            </a:r>
            <a:endParaRPr lang="en-GB" altLang="zh-CN" sz="1000" b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0.85410996189439303</c:v>
                </c:pt>
                <c:pt idx="1">
                  <c:v>0.84431137724550898</c:v>
                </c:pt>
                <c:pt idx="2">
                  <c:v>0.84757757212847029</c:v>
                </c:pt>
                <c:pt idx="3">
                  <c:v>0.85683179096352746</c:v>
                </c:pt>
                <c:pt idx="4">
                  <c:v>0.85737615677735435</c:v>
                </c:pt>
                <c:pt idx="5">
                  <c:v>0.85846488840500812</c:v>
                </c:pt>
                <c:pt idx="6">
                  <c:v>0.85683179096352746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0.9269662921348315</c:v>
                </c:pt>
                <c:pt idx="1">
                  <c:v>0.90737240075614367</c:v>
                </c:pt>
                <c:pt idx="2">
                  <c:v>0.90062111801242239</c:v>
                </c:pt>
                <c:pt idx="3">
                  <c:v>0.90946502057613166</c:v>
                </c:pt>
                <c:pt idx="4">
                  <c:v>0.91304347826086951</c:v>
                </c:pt>
                <c:pt idx="5">
                  <c:v>0.90775681341719072</c:v>
                </c:pt>
                <c:pt idx="6">
                  <c:v>0.88913525498891355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0.42910326966655876</c:v>
                </c:pt>
                <c:pt idx="1">
                  <c:v>0.41842020071220459</c:v>
                </c:pt>
                <c:pt idx="2">
                  <c:v>0.42052444156685009</c:v>
                </c:pt>
                <c:pt idx="3">
                  <c:v>0.42246681774036904</c:v>
                </c:pt>
                <c:pt idx="4">
                  <c:v>0.4103269666558757</c:v>
                </c:pt>
                <c:pt idx="5">
                  <c:v>0.41485917772741987</c:v>
                </c:pt>
                <c:pt idx="6">
                  <c:v>0.41162188410488831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0.81273816004354926</c:v>
                </c:pt>
                <c:pt idx="1">
                  <c:v>0.80783886771910729</c:v>
                </c:pt>
                <c:pt idx="2">
                  <c:v>0.79640718562874246</c:v>
                </c:pt>
                <c:pt idx="3">
                  <c:v>0.819270549809472</c:v>
                </c:pt>
                <c:pt idx="4">
                  <c:v>0.81600435492651058</c:v>
                </c:pt>
                <c:pt idx="5">
                  <c:v>0.80402830702231898</c:v>
                </c:pt>
                <c:pt idx="6">
                  <c:v>0.81872618399564512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0.88957055214723924</c:v>
                </c:pt>
                <c:pt idx="1">
                  <c:v>0.87860082304526754</c:v>
                </c:pt>
                <c:pt idx="2">
                  <c:v>0.86056644880174293</c:v>
                </c:pt>
                <c:pt idx="3">
                  <c:v>0.87311827956989252</c:v>
                </c:pt>
                <c:pt idx="4">
                  <c:v>0.86191536748329622</c:v>
                </c:pt>
                <c:pt idx="5">
                  <c:v>0.83972911963882624</c:v>
                </c:pt>
                <c:pt idx="6">
                  <c:v>0.84149184149184153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0.37358368404014242</c:v>
                </c:pt>
                <c:pt idx="1">
                  <c:v>0.35658789252185175</c:v>
                </c:pt>
                <c:pt idx="2">
                  <c:v>0.35577856911621886</c:v>
                </c:pt>
                <c:pt idx="3">
                  <c:v>0.36160569763677564</c:v>
                </c:pt>
                <c:pt idx="4">
                  <c:v>0.35302686953706702</c:v>
                </c:pt>
                <c:pt idx="5">
                  <c:v>0.35124635804467463</c:v>
                </c:pt>
                <c:pt idx="6">
                  <c:v>0.3412107478148268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6.615838717489643E-2</c:v>
                </c:pt>
                <c:pt idx="1">
                  <c:v>1.4278218050515989E-2</c:v>
                </c:pt>
                <c:pt idx="2">
                  <c:v>4.304917619889774E-2</c:v>
                </c:pt>
                <c:pt idx="3">
                  <c:v>-6.8677647269550987E-3</c:v>
                </c:pt>
                <c:pt idx="4">
                  <c:v>3.762019587377792E-2</c:v>
                </c:pt>
                <c:pt idx="5">
                  <c:v>-1.8297952176567902E-2</c:v>
                </c:pt>
                <c:pt idx="6">
                  <c:v>5.4169770324375047E-2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2.5219022124761726E-2</c:v>
                </c:pt>
                <c:pt idx="1">
                  <c:v>-7.7243266938220884E-3</c:v>
                </c:pt>
                <c:pt idx="2">
                  <c:v>1.2913296453077998E-2</c:v>
                </c:pt>
                <c:pt idx="3">
                  <c:v>6.821584447836722E-3</c:v>
                </c:pt>
                <c:pt idx="4">
                  <c:v>9.5159057444214185E-3</c:v>
                </c:pt>
                <c:pt idx="5">
                  <c:v>-1.9402317320028936E-2</c:v>
                </c:pt>
                <c:pt idx="6">
                  <c:v>1.9810700399171575E-2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1.011279121990474E-2</c:v>
                </c:pt>
                <c:pt idx="1">
                  <c:v>6.2337322063045625E-3</c:v>
                </c:pt>
                <c:pt idx="2">
                  <c:v>5.8248200512442186E-3</c:v>
                </c:pt>
                <c:pt idx="3">
                  <c:v>6.2493274739040686E-3</c:v>
                </c:pt>
                <c:pt idx="4">
                  <c:v>7.3686802930780556E-3</c:v>
                </c:pt>
                <c:pt idx="5">
                  <c:v>6.9094006435862151E-3</c:v>
                </c:pt>
                <c:pt idx="6">
                  <c:v>5.235754535860229E-3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-1.3328327203395831E-2</c:v>
                </c:pt>
                <c:pt idx="1">
                  <c:v>-8.6916347604152656E-3</c:v>
                </c:pt>
                <c:pt idx="2">
                  <c:v>-7.3987992165084771E-3</c:v>
                </c:pt>
                <c:pt idx="3">
                  <c:v>-8.2384904663720861E-3</c:v>
                </c:pt>
                <c:pt idx="4">
                  <c:v>-1.4874853420628151E-2</c:v>
                </c:pt>
                <c:pt idx="5">
                  <c:v>-1.0778499576174804E-2</c:v>
                </c:pt>
                <c:pt idx="6">
                  <c:v>-9.9349208623193894E-3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8.7723015016330291E-4</c:v>
                </c:pt>
                <c:pt idx="1">
                  <c:v>1.5408522782323062E-4</c:v>
                </c:pt>
                <c:pt idx="2">
                  <c:v>1.0171308456577235E-4</c:v>
                </c:pt>
                <c:pt idx="3">
                  <c:v>4.117254593033141E-5</c:v>
                </c:pt>
                <c:pt idx="4">
                  <c:v>-4.188072320267924E-5</c:v>
                </c:pt>
                <c:pt idx="5">
                  <c:v>-3.2695379820850754E-4</c:v>
                </c:pt>
                <c:pt idx="6">
                  <c:v>-2.2654141849785383E-4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5.9444019779152868E-2</c:v>
                </c:pt>
                <c:pt idx="1">
                  <c:v>-1.1322911244856661E-2</c:v>
                </c:pt>
                <c:pt idx="2">
                  <c:v>-5.983735104458131E-3</c:v>
                </c:pt>
                <c:pt idx="3">
                  <c:v>6.703417158155979E-2</c:v>
                </c:pt>
                <c:pt idx="4">
                  <c:v>2.8940127478408521E-2</c:v>
                </c:pt>
                <c:pt idx="5">
                  <c:v>-3.1318250561506798E-2</c:v>
                </c:pt>
                <c:pt idx="6">
                  <c:v>2.4907788143710471E-2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2.0355402263000921E-2</c:v>
                </c:pt>
                <c:pt idx="1">
                  <c:v>-4.0259449547057381E-3</c:v>
                </c:pt>
                <c:pt idx="2">
                  <c:v>4.3724539199500477E-3</c:v>
                </c:pt>
                <c:pt idx="3">
                  <c:v>2.2481266020509507E-2</c:v>
                </c:pt>
                <c:pt idx="4">
                  <c:v>1.3904444231666729E-2</c:v>
                </c:pt>
                <c:pt idx="5">
                  <c:v>-2.7098529515449818E-2</c:v>
                </c:pt>
                <c:pt idx="6">
                  <c:v>2.0095321447161689E-2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1.0461657588385876E-2</c:v>
                </c:pt>
                <c:pt idx="1">
                  <c:v>8.6175151933878952E-3</c:v>
                </c:pt>
                <c:pt idx="2">
                  <c:v>9.3089035380694105E-3</c:v>
                </c:pt>
                <c:pt idx="3">
                  <c:v>1.5001209035722551E-2</c:v>
                </c:pt>
                <c:pt idx="4">
                  <c:v>7.2716958772113642E-3</c:v>
                </c:pt>
                <c:pt idx="5">
                  <c:v>7.9782649984124921E-3</c:v>
                </c:pt>
                <c:pt idx="6">
                  <c:v>7.3284805909900226E-3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-1.3044427011763258E-2</c:v>
                </c:pt>
                <c:pt idx="1">
                  <c:v>-1.3268433121467858E-2</c:v>
                </c:pt>
                <c:pt idx="2">
                  <c:v>-1.6483946388209641E-2</c:v>
                </c:pt>
                <c:pt idx="3">
                  <c:v>-1.0412076661101794E-2</c:v>
                </c:pt>
                <c:pt idx="4">
                  <c:v>-2.1786849713096173E-2</c:v>
                </c:pt>
                <c:pt idx="5">
                  <c:v>-1.2028053106824753E-2</c:v>
                </c:pt>
                <c:pt idx="6">
                  <c:v>-1.1476688488774185E-2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3.6962911975776242E-4</c:v>
                </c:pt>
                <c:pt idx="1">
                  <c:v>-1.0213713596736633E-3</c:v>
                </c:pt>
                <c:pt idx="2">
                  <c:v>-1.2276215539675821E-4</c:v>
                </c:pt>
                <c:pt idx="3">
                  <c:v>1.9258811534097491E-4</c:v>
                </c:pt>
                <c:pt idx="4">
                  <c:v>3.1292355013967887E-6</c:v>
                </c:pt>
                <c:pt idx="5">
                  <c:v>-2.8892326880865715E-4</c:v>
                </c:pt>
                <c:pt idx="6">
                  <c:v>-9.9194475771313418E-5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0.875</c:v>
                </c:pt>
                <c:pt idx="1">
                  <c:v>0.83333333333333337</c:v>
                </c:pt>
                <c:pt idx="2">
                  <c:v>0.89344262295081966</c:v>
                </c:pt>
                <c:pt idx="3">
                  <c:v>0.90740740740740744</c:v>
                </c:pt>
                <c:pt idx="4">
                  <c:v>0.89830508474576276</c:v>
                </c:pt>
                <c:pt idx="5">
                  <c:v>0.8904109589041096</c:v>
                </c:pt>
                <c:pt idx="6">
                  <c:v>0.90277777777777779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3.5714285714285712E-2</c:v>
                </c:pt>
                <c:pt idx="1">
                  <c:v>2.2222222222222223E-2</c:v>
                </c:pt>
                <c:pt idx="2">
                  <c:v>2.4590163934426229E-2</c:v>
                </c:pt>
                <c:pt idx="3">
                  <c:v>1.8518518518518517E-2</c:v>
                </c:pt>
                <c:pt idx="4">
                  <c:v>5.0847457627118647E-2</c:v>
                </c:pt>
                <c:pt idx="5">
                  <c:v>5.4794520547945202E-2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5.3571428571428568E-2</c:v>
                </c:pt>
                <c:pt idx="1">
                  <c:v>3.3333333333333333E-2</c:v>
                </c:pt>
                <c:pt idx="2">
                  <c:v>3.2786885245901641E-2</c:v>
                </c:pt>
                <c:pt idx="3">
                  <c:v>1.8518518518518517E-2</c:v>
                </c:pt>
                <c:pt idx="4">
                  <c:v>0</c:v>
                </c:pt>
                <c:pt idx="5">
                  <c:v>1.3698630136986301E-2</c:v>
                </c:pt>
                <c:pt idx="6">
                  <c:v>4.1666666666666664E-2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3.5714285714285712E-2</c:v>
                </c:pt>
                <c:pt idx="1">
                  <c:v>0.1111111111111111</c:v>
                </c:pt>
                <c:pt idx="2">
                  <c:v>4.9180327868852458E-2</c:v>
                </c:pt>
                <c:pt idx="3">
                  <c:v>5.5555555555555552E-2</c:v>
                </c:pt>
                <c:pt idx="4">
                  <c:v>5.0847457627118647E-2</c:v>
                </c:pt>
                <c:pt idx="5">
                  <c:v>4.1095890410958902E-2</c:v>
                </c:pt>
                <c:pt idx="6">
                  <c:v>5.5555555555555552E-2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0.76</c:v>
                </c:pt>
                <c:pt idx="1">
                  <c:v>0.8571428571428571</c:v>
                </c:pt>
                <c:pt idx="2">
                  <c:v>0.80733944954128445</c:v>
                </c:pt>
                <c:pt idx="3">
                  <c:v>0.8</c:v>
                </c:pt>
                <c:pt idx="4">
                  <c:v>0.78378378378378377</c:v>
                </c:pt>
                <c:pt idx="5">
                  <c:v>0.90769230769230769</c:v>
                </c:pt>
                <c:pt idx="6">
                  <c:v>0.85483870967741937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0.04</c:v>
                </c:pt>
                <c:pt idx="1">
                  <c:v>1.2987012987012988E-2</c:v>
                </c:pt>
                <c:pt idx="2">
                  <c:v>4.5871559633027525E-2</c:v>
                </c:pt>
                <c:pt idx="3">
                  <c:v>0.08</c:v>
                </c:pt>
                <c:pt idx="4">
                  <c:v>8.1081081081081086E-2</c:v>
                </c:pt>
                <c:pt idx="5">
                  <c:v>4.6153846153846156E-2</c:v>
                </c:pt>
                <c:pt idx="6">
                  <c:v>1.6129032258064516E-2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0.08</c:v>
                </c:pt>
                <c:pt idx="1">
                  <c:v>1.2987012987012988E-2</c:v>
                </c:pt>
                <c:pt idx="2">
                  <c:v>5.5045871559633031E-2</c:v>
                </c:pt>
                <c:pt idx="3">
                  <c:v>0.06</c:v>
                </c:pt>
                <c:pt idx="4">
                  <c:v>5.4054054054054057E-2</c:v>
                </c:pt>
                <c:pt idx="5">
                  <c:v>0</c:v>
                </c:pt>
                <c:pt idx="6">
                  <c:v>9.6774193548387094E-2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0.12</c:v>
                </c:pt>
                <c:pt idx="1">
                  <c:v>0.11688311688311688</c:v>
                </c:pt>
                <c:pt idx="2">
                  <c:v>9.1743119266055051E-2</c:v>
                </c:pt>
                <c:pt idx="3">
                  <c:v>0.06</c:v>
                </c:pt>
                <c:pt idx="4">
                  <c:v>8.1081081081081086E-2</c:v>
                </c:pt>
                <c:pt idx="5">
                  <c:v>4.6153846153846156E-2</c:v>
                </c:pt>
                <c:pt idx="6">
                  <c:v>3.2258064516129031E-2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0.10102960067600009</c:v>
                </c:pt>
                <c:pt idx="1">
                  <c:v>2.2615453511246164E-2</c:v>
                </c:pt>
                <c:pt idx="2">
                  <c:v>6.104736787325149E-2</c:v>
                </c:pt>
                <c:pt idx="3">
                  <c:v>-2.0168584001121204E-3</c:v>
                </c:pt>
                <c:pt idx="4">
                  <c:v>6.1351811627733177E-2</c:v>
                </c:pt>
                <c:pt idx="5">
                  <c:v>-2.549390030204135E-2</c:v>
                </c:pt>
                <c:pt idx="6">
                  <c:v>7.4556822430167147E-2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E1-49C5-8BB9-513E48DB791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-0.23203682459333319</c:v>
                </c:pt>
                <c:pt idx="1">
                  <c:v>-0.5302503220602357</c:v>
                </c:pt>
                <c:pt idx="2">
                  <c:v>-0.452695164792835</c:v>
                </c:pt>
                <c:pt idx="3">
                  <c:v>-0.27329509703168653</c:v>
                </c:pt>
                <c:pt idx="4">
                  <c:v>-0.64104281657917106</c:v>
                </c:pt>
                <c:pt idx="5">
                  <c:v>-0.13984053781428585</c:v>
                </c:pt>
                <c:pt idx="6">
                  <c:v>-0.30610677726004332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E1-49C5-8BB9-513E48DB791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0.21365642786268557</c:v>
                </c:pt>
                <c:pt idx="1">
                  <c:v>0.34742901674270921</c:v>
                </c:pt>
                <c:pt idx="2">
                  <c:v>0.31363050109253532</c:v>
                </c:pt>
                <c:pt idx="3">
                  <c:v>0.44077803030952256</c:v>
                </c:pt>
                <c:pt idx="4">
                  <c:v>0.37858287681889924</c:v>
                </c:pt>
                <c:pt idx="5">
                  <c:v>0.28696046648578633</c:v>
                </c:pt>
                <c:pt idx="6">
                  <c:v>0.12162783910879127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E1-49C5-8BB9-513E48DB791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0.10500886523607078</c:v>
                </c:pt>
                <c:pt idx="1">
                  <c:v>-3.1757150364207676E-2</c:v>
                </c:pt>
                <c:pt idx="2">
                  <c:v>5.5410861170436254E-2</c:v>
                </c:pt>
                <c:pt idx="3">
                  <c:v>2.9541035544002447E-2</c:v>
                </c:pt>
                <c:pt idx="4">
                  <c:v>4.1447828688364829E-2</c:v>
                </c:pt>
                <c:pt idx="5">
                  <c:v>-8.5757526534666395E-2</c:v>
                </c:pt>
                <c:pt idx="6">
                  <c:v>9.3012339313400805E-2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E1-49C5-8BB9-513E48DB791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5543235881733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0.10070858510731062</c:v>
                </c:pt>
                <c:pt idx="1">
                  <c:v>-8.6394376521502503E-3</c:v>
                </c:pt>
                <c:pt idx="2">
                  <c:v>1.4237155341521923E-2</c:v>
                </c:pt>
                <c:pt idx="3">
                  <c:v>7.2529734939005275E-2</c:v>
                </c:pt>
                <c:pt idx="4">
                  <c:v>6.7222430552466905E-2</c:v>
                </c:pt>
                <c:pt idx="5">
                  <c:v>-4.4373835206469869E-2</c:v>
                </c:pt>
                <c:pt idx="6">
                  <c:v>3.9493345599930452E-2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32-4FD8-9931-050609070A6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-0.26235961406751818</c:v>
                </c:pt>
                <c:pt idx="1">
                  <c:v>-0.53686912194385494</c:v>
                </c:pt>
                <c:pt idx="2">
                  <c:v>-0.40578602347975645</c:v>
                </c:pt>
                <c:pt idx="3">
                  <c:v>-0.19743795766736805</c:v>
                </c:pt>
                <c:pt idx="4">
                  <c:v>-0.51119668849455446</c:v>
                </c:pt>
                <c:pt idx="5">
                  <c:v>-9.2915162454873856E-2</c:v>
                </c:pt>
                <c:pt idx="6">
                  <c:v>-0.25458168396636294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32-4FD8-9931-050609070A6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6.1028843777169328E-2</c:v>
                </c:pt>
                <c:pt idx="1">
                  <c:v>8.8527925784146477E-2</c:v>
                </c:pt>
                <c:pt idx="2">
                  <c:v>5.2294488543656259E-2</c:v>
                </c:pt>
                <c:pt idx="3">
                  <c:v>0.7416991069384018</c:v>
                </c:pt>
                <c:pt idx="4">
                  <c:v>0.1640212490577373</c:v>
                </c:pt>
                <c:pt idx="5">
                  <c:v>0.37199719445905677</c:v>
                </c:pt>
                <c:pt idx="6">
                  <c:v>0.25126792620875649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32-4FD8-9931-050609070A6F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8.4165916496917514E-2</c:v>
                </c:pt>
                <c:pt idx="1">
                  <c:v>-1.6831797571577933E-2</c:v>
                </c:pt>
                <c:pt idx="2">
                  <c:v>1.8772359314221054E-2</c:v>
                </c:pt>
                <c:pt idx="3">
                  <c:v>9.483802648252726E-2</c:v>
                </c:pt>
                <c:pt idx="4">
                  <c:v>6.076220805627397E-2</c:v>
                </c:pt>
                <c:pt idx="5">
                  <c:v>-0.11701905468151053</c:v>
                </c:pt>
                <c:pt idx="6">
                  <c:v>9.3220117682550008E-2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832-4FD8-9931-050609070A6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0.85869565217391308</c:v>
                </c:pt>
                <c:pt idx="1">
                  <c:v>0.86413043478260865</c:v>
                </c:pt>
                <c:pt idx="2">
                  <c:v>0.875</c:v>
                </c:pt>
                <c:pt idx="3">
                  <c:v>0.88043478260869568</c:v>
                </c:pt>
                <c:pt idx="4">
                  <c:v>0.86956521739130432</c:v>
                </c:pt>
                <c:pt idx="5">
                  <c:v>0.89130434782608692</c:v>
                </c:pt>
                <c:pt idx="6">
                  <c:v>0.89130434782608692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0.95454545454545459</c:v>
                </c:pt>
                <c:pt idx="1">
                  <c:v>0.97777777777777775</c:v>
                </c:pt>
                <c:pt idx="2">
                  <c:v>0.92682926829268297</c:v>
                </c:pt>
                <c:pt idx="3">
                  <c:v>0.93333333333333335</c:v>
                </c:pt>
                <c:pt idx="4">
                  <c:v>0.89130434782608692</c:v>
                </c:pt>
                <c:pt idx="5">
                  <c:v>0.91111111111111109</c:v>
                </c:pt>
                <c:pt idx="6">
                  <c:v>0.88372093023255816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0.23940677966101695</c:v>
                </c:pt>
                <c:pt idx="1">
                  <c:v>0.21398305084745764</c:v>
                </c:pt>
                <c:pt idx="2">
                  <c:v>0.2309322033898305</c:v>
                </c:pt>
                <c:pt idx="3">
                  <c:v>0.22457627118644069</c:v>
                </c:pt>
                <c:pt idx="4">
                  <c:v>0.2309322033898305</c:v>
                </c:pt>
                <c:pt idx="5">
                  <c:v>0.2288135593220339</c:v>
                </c:pt>
                <c:pt idx="6">
                  <c:v>0.24576271186440679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0.83152173913043481</c:v>
                </c:pt>
                <c:pt idx="1">
                  <c:v>0.86413043478260865</c:v>
                </c:pt>
                <c:pt idx="2">
                  <c:v>0.84239130434782605</c:v>
                </c:pt>
                <c:pt idx="3">
                  <c:v>0.84782608695652173</c:v>
                </c:pt>
                <c:pt idx="4">
                  <c:v>0.85326086956521741</c:v>
                </c:pt>
                <c:pt idx="5">
                  <c:v>0.85869565217391308</c:v>
                </c:pt>
                <c:pt idx="6">
                  <c:v>0.88043478260869568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0.94594594594594594</c:v>
                </c:pt>
                <c:pt idx="1">
                  <c:v>1</c:v>
                </c:pt>
                <c:pt idx="2">
                  <c:v>0.91176470588235292</c:v>
                </c:pt>
                <c:pt idx="3">
                  <c:v>0.88372093023255816</c:v>
                </c:pt>
                <c:pt idx="4">
                  <c:v>0.83720930232558144</c:v>
                </c:pt>
                <c:pt idx="5">
                  <c:v>0.89743589743589747</c:v>
                </c:pt>
                <c:pt idx="6">
                  <c:v>0.87179487179487181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0.24364406779661016</c:v>
                </c:pt>
                <c:pt idx="1">
                  <c:v>0.21610169491525424</c:v>
                </c:pt>
                <c:pt idx="2">
                  <c:v>0.24364406779661016</c:v>
                </c:pt>
                <c:pt idx="3">
                  <c:v>0.21610169491525424</c:v>
                </c:pt>
                <c:pt idx="4">
                  <c:v>0.22245762711864406</c:v>
                </c:pt>
                <c:pt idx="5">
                  <c:v>0.21822033898305085</c:v>
                </c:pt>
                <c:pt idx="6">
                  <c:v>0.23940677966101695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0.12400984835133153</c:v>
                </c:pt>
                <c:pt idx="1">
                  <c:v>4.8448717682487756E-2</c:v>
                </c:pt>
                <c:pt idx="2">
                  <c:v>8.4023693629553142E-2</c:v>
                </c:pt>
                <c:pt idx="3">
                  <c:v>2.2417681972251606E-3</c:v>
                </c:pt>
                <c:pt idx="4">
                  <c:v>9.4146318929465525E-2</c:v>
                </c:pt>
                <c:pt idx="5">
                  <c:v>-2.8271393890854594E-2</c:v>
                </c:pt>
                <c:pt idx="6">
                  <c:v>4.2962947002837065E-2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1.0323285521103264E-2</c:v>
                </c:pt>
                <c:pt idx="1">
                  <c:v>-9.5381929516812514E-4</c:v>
                </c:pt>
                <c:pt idx="2">
                  <c:v>9.2930879712976536E-3</c:v>
                </c:pt>
                <c:pt idx="3">
                  <c:v>-1.0010926892974842E-3</c:v>
                </c:pt>
                <c:pt idx="4">
                  <c:v>6.7794078973047603E-3</c:v>
                </c:pt>
                <c:pt idx="5">
                  <c:v>-4.1785533540430013E-3</c:v>
                </c:pt>
                <c:pt idx="6">
                  <c:v>4.8838057992422355E-3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4.8747927335674526E-3</c:v>
                </c:pt>
                <c:pt idx="1">
                  <c:v>8.3450186610815804E-4</c:v>
                </c:pt>
                <c:pt idx="2">
                  <c:v>1.0742522161430825E-3</c:v>
                </c:pt>
                <c:pt idx="3">
                  <c:v>7.4324983310932434E-4</c:v>
                </c:pt>
                <c:pt idx="4">
                  <c:v>4.2212355427992577E-4</c:v>
                </c:pt>
                <c:pt idx="5">
                  <c:v>3.0469315163878218E-4</c:v>
                </c:pt>
                <c:pt idx="6">
                  <c:v>1.3056473860516558E-3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-8.9756045126093611E-4</c:v>
                </c:pt>
                <c:pt idx="1">
                  <c:v>-2.9359271885450503E-3</c:v>
                </c:pt>
                <c:pt idx="2">
                  <c:v>-3.3486714440513995E-4</c:v>
                </c:pt>
                <c:pt idx="3">
                  <c:v>-4.9938167406490233E-4</c:v>
                </c:pt>
                <c:pt idx="4">
                  <c:v>-6.7175556757674499E-3</c:v>
                </c:pt>
                <c:pt idx="5">
                  <c:v>-2.3877675825902203E-3</c:v>
                </c:pt>
                <c:pt idx="6">
                  <c:v>-1.5480079630337835E-3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-1.5557691770375931E-5</c:v>
                </c:pt>
                <c:pt idx="1">
                  <c:v>1.2378200925106023E-5</c:v>
                </c:pt>
                <c:pt idx="2">
                  <c:v>4.2059009314442938E-4</c:v>
                </c:pt>
                <c:pt idx="4">
                  <c:v>0</c:v>
                </c:pt>
                <c:pt idx="5">
                  <c:v>4.3106806809386746E-5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0.19261568830630141</c:v>
                </c:pt>
                <c:pt idx="1">
                  <c:v>-3.3021727443550441E-3</c:v>
                </c:pt>
                <c:pt idx="2">
                  <c:v>-1.8912263139267471E-2</c:v>
                </c:pt>
                <c:pt idx="3">
                  <c:v>3.677314011462688E-2</c:v>
                </c:pt>
                <c:pt idx="4">
                  <c:v>0.15871051202624406</c:v>
                </c:pt>
                <c:pt idx="5">
                  <c:v>-6.7521845085452045E-2</c:v>
                </c:pt>
                <c:pt idx="6">
                  <c:v>1.0384528281868519E-2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1.8144490661987627E-2</c:v>
                </c:pt>
                <c:pt idx="1">
                  <c:v>-7.9306446832077444E-3</c:v>
                </c:pt>
                <c:pt idx="2">
                  <c:v>1.945458474112071E-2</c:v>
                </c:pt>
                <c:pt idx="3">
                  <c:v>-3.3634138811963307E-3</c:v>
                </c:pt>
                <c:pt idx="4">
                  <c:v>1.172214687956895E-2</c:v>
                </c:pt>
                <c:pt idx="5">
                  <c:v>-9.248760008859918E-3</c:v>
                </c:pt>
                <c:pt idx="6">
                  <c:v>1.6679739524322515E-2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8.6365617532617005E-3</c:v>
                </c:pt>
                <c:pt idx="1">
                  <c:v>1.1876607020506733E-3</c:v>
                </c:pt>
                <c:pt idx="2">
                  <c:v>3.2524045131659992E-3</c:v>
                </c:pt>
                <c:pt idx="3">
                  <c:v>3.7384586029539108E-3</c:v>
                </c:pt>
                <c:pt idx="4">
                  <c:v>3.040148524342836E-3</c:v>
                </c:pt>
                <c:pt idx="5">
                  <c:v>2.0198331691447468E-3</c:v>
                </c:pt>
                <c:pt idx="6">
                  <c:v>1.3591524443138251E-3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-1.8584519678534208E-3</c:v>
                </c:pt>
                <c:pt idx="1">
                  <c:v>-6.9753749652620503E-3</c:v>
                </c:pt>
                <c:pt idx="2">
                  <c:v>-1.2004444676941663E-3</c:v>
                </c:pt>
                <c:pt idx="3">
                  <c:v>-6.566627752173918E-3</c:v>
                </c:pt>
                <c:pt idx="4">
                  <c:v>-5.4964796682029768E-3</c:v>
                </c:pt>
                <c:pt idx="5">
                  <c:v>-1.6514631695739416E-3</c:v>
                </c:pt>
                <c:pt idx="6">
                  <c:v>-2.7273389640810413E-3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-6.6515818462899813E-6</c:v>
                </c:pt>
                <c:pt idx="1">
                  <c:v>0</c:v>
                </c:pt>
                <c:pt idx="2">
                  <c:v>0</c:v>
                </c:pt>
                <c:pt idx="4">
                  <c:v>0</c:v>
                </c:pt>
                <c:pt idx="5">
                  <c:v>3.0909459831733744E-5</c:v>
                </c:pt>
                <c:pt idx="6">
                  <c:v>-3.9888819818286191E-6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1</c:v>
                </c:pt>
                <c:pt idx="1">
                  <c:v>0.875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0.77777777777777779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0.1111111111111111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0.125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0.1111111111111111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1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0.77777777777777779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0.1111111111111111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0.1111111111111111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0.10684123233695142</c:v>
                </c:pt>
                <c:pt idx="1">
                  <c:v>6.3029054694385467E-2</c:v>
                </c:pt>
                <c:pt idx="2">
                  <c:v>0.10203782179259924</c:v>
                </c:pt>
                <c:pt idx="3">
                  <c:v>-2.9792055025020803E-3</c:v>
                </c:pt>
                <c:pt idx="4">
                  <c:v>9.0180411150250217E-2</c:v>
                </c:pt>
                <c:pt idx="5">
                  <c:v>-2.2615014522291199E-2</c:v>
                </c:pt>
                <c:pt idx="6">
                  <c:v>3.7307371411157586E-2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0.73083776248779997</c:v>
                </c:pt>
                <c:pt idx="1">
                  <c:v>-0.55820563690193303</c:v>
                </c:pt>
                <c:pt idx="3">
                  <c:v>-0.11484664114136622</c:v>
                </c:pt>
                <c:pt idx="4">
                  <c:v>-8.6693548387096753E-2</c:v>
                </c:pt>
                <c:pt idx="5">
                  <c:v>-0.13718483276546678</c:v>
                </c:pt>
                <c:pt idx="6">
                  <c:v>-0.41666666666666663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9.3980982492823939E-2</c:v>
                </c:pt>
                <c:pt idx="1">
                  <c:v>0.25604719764011818</c:v>
                </c:pt>
                <c:pt idx="2">
                  <c:v>0.47657788736967333</c:v>
                </c:pt>
                <c:pt idx="3">
                  <c:v>-7.7380952380952328E-2</c:v>
                </c:pt>
                <c:pt idx="4">
                  <c:v>1.1299435028248483E-2</c:v>
                </c:pt>
                <c:pt idx="5">
                  <c:v>-3.3557046979866278E-3</c:v>
                </c:pt>
                <c:pt idx="6">
                  <c:v>0.18602866949323649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0.18103934500355146</c:v>
                </c:pt>
                <c:pt idx="1">
                  <c:v>-1.5649566283540528E-2</c:v>
                </c:pt>
                <c:pt idx="2">
                  <c:v>0.16063448958237392</c:v>
                </c:pt>
                <c:pt idx="3">
                  <c:v>-1.6190653118705933E-2</c:v>
                </c:pt>
                <c:pt idx="4">
                  <c:v>0.12368466197855121</c:v>
                </c:pt>
                <c:pt idx="5">
                  <c:v>-7.7003084187129756E-2</c:v>
                </c:pt>
                <c:pt idx="6">
                  <c:v>9.6436051458061778E-2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5543235881733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0.18471180281274635</c:v>
                </c:pt>
                <c:pt idx="1">
                  <c:v>1.1151551695244066E-2</c:v>
                </c:pt>
                <c:pt idx="2">
                  <c:v>-2.7002443978898505E-3</c:v>
                </c:pt>
                <c:pt idx="3">
                  <c:v>2.2877403180153966E-2</c:v>
                </c:pt>
                <c:pt idx="4">
                  <c:v>0.16090464708752639</c:v>
                </c:pt>
                <c:pt idx="5">
                  <c:v>-6.478285264964212E-2</c:v>
                </c:pt>
                <c:pt idx="6">
                  <c:v>9.0109321139775211E-3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 formatCode="0.0%;\-0.0%;0.0%">
                  <c:v>0.15625</c:v>
                </c:pt>
                <c:pt idx="2" formatCode="0.0%;\-0.0%;0.0%">
                  <c:v>-0.63354106803000332</c:v>
                </c:pt>
                <c:pt idx="3" formatCode="0.0%;\-0.0%;0.0%">
                  <c:v>-0.20611738794545642</c:v>
                </c:pt>
                <c:pt idx="4" formatCode="0.0%;\-0.0%;0.0%">
                  <c:v>0.12564102564102564</c:v>
                </c:pt>
                <c:pt idx="5" formatCode="0.0%;\-0.0%;0.0%">
                  <c:v>-0.36072144288577146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-6.9130136448498303E-2</c:v>
                </c:pt>
                <c:pt idx="1">
                  <c:v>5.4827586206896539E-2</c:v>
                </c:pt>
                <c:pt idx="2">
                  <c:v>0.21069135168554531</c:v>
                </c:pt>
                <c:pt idx="3">
                  <c:v>1.2633333333333332</c:v>
                </c:pt>
                <c:pt idx="4">
                  <c:v>-9.6428571428571419E-2</c:v>
                </c:pt>
                <c:pt idx="5">
                  <c:v>4.1692964544273181E-2</c:v>
                </c:pt>
                <c:pt idx="6">
                  <c:v>6.0329405958916782E-2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0.23980916415266162</c:v>
                </c:pt>
                <c:pt idx="1">
                  <c:v>-0.10277549092638949</c:v>
                </c:pt>
                <c:pt idx="2">
                  <c:v>0.27620570405265865</c:v>
                </c:pt>
                <c:pt idx="3">
                  <c:v>-3.8957944459065197E-2</c:v>
                </c:pt>
                <c:pt idx="4">
                  <c:v>0.14899243446969201</c:v>
                </c:pt>
                <c:pt idx="5">
                  <c:v>-0.11804596461994166</c:v>
                </c:pt>
                <c:pt idx="6">
                  <c:v>0.22457288430999944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0.88172043010752688</c:v>
                </c:pt>
                <c:pt idx="1">
                  <c:v>0.90322580645161288</c:v>
                </c:pt>
                <c:pt idx="2">
                  <c:v>0.90322580645161288</c:v>
                </c:pt>
                <c:pt idx="3">
                  <c:v>0.90322580645161288</c:v>
                </c:pt>
                <c:pt idx="4">
                  <c:v>0.92473118279569888</c:v>
                </c:pt>
                <c:pt idx="5">
                  <c:v>0.88172043010752688</c:v>
                </c:pt>
                <c:pt idx="6">
                  <c:v>0.88172043010752688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0.97368421052631582</c:v>
                </c:pt>
                <c:pt idx="1">
                  <c:v>1</c:v>
                </c:pt>
                <c:pt idx="2">
                  <c:v>1</c:v>
                </c:pt>
                <c:pt idx="3">
                  <c:v>0.96969696969696972</c:v>
                </c:pt>
                <c:pt idx="4">
                  <c:v>0.967741935483871</c:v>
                </c:pt>
                <c:pt idx="5">
                  <c:v>0.967741935483871</c:v>
                </c:pt>
                <c:pt idx="6">
                  <c:v>0.96153846153846156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0.58083832335329344</c:v>
                </c:pt>
                <c:pt idx="1">
                  <c:v>0.57485029940119758</c:v>
                </c:pt>
                <c:pt idx="2">
                  <c:v>0.59880239520958078</c:v>
                </c:pt>
                <c:pt idx="3">
                  <c:v>0.6107784431137725</c:v>
                </c:pt>
                <c:pt idx="4">
                  <c:v>0.6107784431137725</c:v>
                </c:pt>
                <c:pt idx="5">
                  <c:v>0.59281437125748504</c:v>
                </c:pt>
                <c:pt idx="6">
                  <c:v>0.59281437125748504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0.83870967741935487</c:v>
                </c:pt>
                <c:pt idx="1">
                  <c:v>0.82795698924731187</c:v>
                </c:pt>
                <c:pt idx="2">
                  <c:v>0.83870967741935487</c:v>
                </c:pt>
                <c:pt idx="3">
                  <c:v>0.83870967741935487</c:v>
                </c:pt>
                <c:pt idx="4">
                  <c:v>0.88172043010752688</c:v>
                </c:pt>
                <c:pt idx="5">
                  <c:v>0.87096774193548387</c:v>
                </c:pt>
                <c:pt idx="6">
                  <c:v>0.86021505376344087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0.9285714285714286</c:v>
                </c:pt>
                <c:pt idx="1">
                  <c:v>0.92592592592592593</c:v>
                </c:pt>
                <c:pt idx="2">
                  <c:v>0.95833333333333337</c:v>
                </c:pt>
                <c:pt idx="3">
                  <c:v>0.96153846153846156</c:v>
                </c:pt>
                <c:pt idx="4">
                  <c:v>0.95454545454545459</c:v>
                </c:pt>
                <c:pt idx="5">
                  <c:v>0.95652173913043481</c:v>
                </c:pt>
                <c:pt idx="6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0.53293413173652693</c:v>
                </c:pt>
                <c:pt idx="1">
                  <c:v>0.50898203592814373</c:v>
                </c:pt>
                <c:pt idx="2">
                  <c:v>0.51497005988023947</c:v>
                </c:pt>
                <c:pt idx="3">
                  <c:v>0.55089820359281438</c:v>
                </c:pt>
                <c:pt idx="4">
                  <c:v>0.54491017964071853</c:v>
                </c:pt>
                <c:pt idx="5">
                  <c:v>0.55089820359281438</c:v>
                </c:pt>
                <c:pt idx="6">
                  <c:v>0.57485029940119758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3.2739492982872351E-3</c:v>
                </c:pt>
                <c:pt idx="1">
                  <c:v>-1.9648333831224296E-3</c:v>
                </c:pt>
                <c:pt idx="2">
                  <c:v>7.8451846774080028E-2</c:v>
                </c:pt>
                <c:pt idx="3">
                  <c:v>-5.1459171096281744E-2</c:v>
                </c:pt>
                <c:pt idx="4">
                  <c:v>0.18723327089706943</c:v>
                </c:pt>
                <c:pt idx="5">
                  <c:v>-7.820215325873317E-2</c:v>
                </c:pt>
                <c:pt idx="6">
                  <c:v>6.5853859928009253E-2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2.5010446213643636E-2</c:v>
                </c:pt>
                <c:pt idx="1">
                  <c:v>1.4757217013555642E-2</c:v>
                </c:pt>
                <c:pt idx="2">
                  <c:v>1.6581347883230232E-2</c:v>
                </c:pt>
                <c:pt idx="3">
                  <c:v>-4.6542621276579434E-3</c:v>
                </c:pt>
                <c:pt idx="4">
                  <c:v>3.5197259137857546E-2</c:v>
                </c:pt>
                <c:pt idx="5">
                  <c:v>-3.6787627512285551E-2</c:v>
                </c:pt>
                <c:pt idx="6">
                  <c:v>3.3495741953691816E-2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6.2191831206825747E-3</c:v>
                </c:pt>
                <c:pt idx="1">
                  <c:v>6.3202875867385726E-3</c:v>
                </c:pt>
                <c:pt idx="2">
                  <c:v>1.0144320021645791E-2</c:v>
                </c:pt>
                <c:pt idx="3">
                  <c:v>2.3724089024673218E-4</c:v>
                </c:pt>
                <c:pt idx="4">
                  <c:v>6.5954758846353953E-4</c:v>
                </c:pt>
                <c:pt idx="5">
                  <c:v>1.5659598405767184E-4</c:v>
                </c:pt>
                <c:pt idx="6">
                  <c:v>2.9504988515562515E-4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-1.5441759825213333E-2</c:v>
                </c:pt>
                <c:pt idx="1">
                  <c:v>-2.9291885428734919E-3</c:v>
                </c:pt>
                <c:pt idx="2">
                  <c:v>-1.2417091174036379E-4</c:v>
                </c:pt>
                <c:pt idx="3">
                  <c:v>-1.023583697555177E-3</c:v>
                </c:pt>
                <c:pt idx="4">
                  <c:v>-3.1569363594456093E-4</c:v>
                </c:pt>
                <c:pt idx="5">
                  <c:v>-5.9332478404073446E-4</c:v>
                </c:pt>
                <c:pt idx="6">
                  <c:v>-1.5400444025392001E-3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0</c:v>
                </c:pt>
                <c:pt idx="2">
                  <c:v>-2.6608052515792238E-4</c:v>
                </c:pt>
                <c:pt idx="3">
                  <c:v>2.4084322295415931E-4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0.12263124887620019</c:v>
                </c:pt>
                <c:pt idx="1">
                  <c:v>-1.7750879281627243E-2</c:v>
                </c:pt>
                <c:pt idx="2">
                  <c:v>-3.7387035106013128E-2</c:v>
                </c:pt>
                <c:pt idx="3">
                  <c:v>6.3622119478958919E-2</c:v>
                </c:pt>
                <c:pt idx="4">
                  <c:v>0.13257236617109655</c:v>
                </c:pt>
                <c:pt idx="5">
                  <c:v>-7.3277461729160914E-2</c:v>
                </c:pt>
                <c:pt idx="6">
                  <c:v>5.066215191205653E-2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4.2408374667245563E-2</c:v>
                </c:pt>
                <c:pt idx="1">
                  <c:v>-1.0720381870179915E-2</c:v>
                </c:pt>
                <c:pt idx="2">
                  <c:v>8.7488545517742447E-3</c:v>
                </c:pt>
                <c:pt idx="3">
                  <c:v>-1.5625951378712664E-2</c:v>
                </c:pt>
                <c:pt idx="4">
                  <c:v>3.8664458440126198E-2</c:v>
                </c:pt>
                <c:pt idx="5">
                  <c:v>-1.9991060103485059E-2</c:v>
                </c:pt>
                <c:pt idx="6">
                  <c:v>1.8166080546996644E-2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8.5079882993233085E-3</c:v>
                </c:pt>
                <c:pt idx="1">
                  <c:v>2.215808479035259E-3</c:v>
                </c:pt>
                <c:pt idx="2">
                  <c:v>8.7251556229658404E-3</c:v>
                </c:pt>
                <c:pt idx="3">
                  <c:v>1.0622967855069759E-2</c:v>
                </c:pt>
                <c:pt idx="4">
                  <c:v>2.4919401012146528E-3</c:v>
                </c:pt>
                <c:pt idx="5">
                  <c:v>6.5960601777093082E-3</c:v>
                </c:pt>
                <c:pt idx="6">
                  <c:v>1.1577224442097548E-2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-5.8108682972182382E-3</c:v>
                </c:pt>
                <c:pt idx="1">
                  <c:v>-2.291483972005701E-2</c:v>
                </c:pt>
                <c:pt idx="2">
                  <c:v>-7.0366069453660692E-3</c:v>
                </c:pt>
                <c:pt idx="3">
                  <c:v>-2.2528647915795626E-3</c:v>
                </c:pt>
                <c:pt idx="4">
                  <c:v>-8.8937476704106615E-3</c:v>
                </c:pt>
                <c:pt idx="5">
                  <c:v>-4.3577871941755421E-3</c:v>
                </c:pt>
                <c:pt idx="6">
                  <c:v>-1.5061279446615932E-3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0.66666666666666663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0.33333333333333331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0.8571428571428571</c:v>
                </c:pt>
                <c:pt idx="3">
                  <c:v>1</c:v>
                </c:pt>
                <c:pt idx="4">
                  <c:v>1</c:v>
                </c:pt>
                <c:pt idx="5">
                  <c:v>0.66666666666666663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0.33333333333333331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0.14285714285714285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8.9233788715894491E-3</c:v>
                </c:pt>
                <c:pt idx="1">
                  <c:v>-1.6166352596330702E-2</c:v>
                </c:pt>
                <c:pt idx="2">
                  <c:v>4.6896993270871601E-2</c:v>
                </c:pt>
                <c:pt idx="3">
                  <c:v>-4.6930677299570567E-2</c:v>
                </c:pt>
                <c:pt idx="4">
                  <c:v>0.22804186148426964</c:v>
                </c:pt>
                <c:pt idx="5">
                  <c:v>-0.12160915813666595</c:v>
                </c:pt>
                <c:pt idx="6">
                  <c:v>8.9868758578204089E-2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 formatCode="0.0%;\-0.0%;0.0%">
                  <c:v>-0.46394750668996443</c:v>
                </c:pt>
                <c:pt idx="2" formatCode="0.0%;\-0.0%;0.0%">
                  <c:v>-0.88888888888888884</c:v>
                </c:pt>
                <c:pt idx="3" formatCode="0.0%;\-0.0%;0.0%">
                  <c:v>-0.38705032033688125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0.6051899907321594</c:v>
                </c:pt>
                <c:pt idx="1">
                  <c:v>-0.35714285714285721</c:v>
                </c:pt>
                <c:pt idx="2">
                  <c:v>0.50383275261324023</c:v>
                </c:pt>
                <c:pt idx="3">
                  <c:v>-0.27272727272727271</c:v>
                </c:pt>
                <c:pt idx="4">
                  <c:v>0.15040317050427965</c:v>
                </c:pt>
                <c:pt idx="5">
                  <c:v>-0.25598086124401909</c:v>
                </c:pt>
                <c:pt idx="6">
                  <c:v>-3.2032146957520102E-2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0.15813655564783402</c:v>
                </c:pt>
                <c:pt idx="1">
                  <c:v>8.067792372996907E-2</c:v>
                </c:pt>
                <c:pt idx="2">
                  <c:v>8.265061410514063E-2</c:v>
                </c:pt>
                <c:pt idx="3">
                  <c:v>-2.2730493198569346E-2</c:v>
                </c:pt>
                <c:pt idx="4">
                  <c:v>0.16597884093370796</c:v>
                </c:pt>
                <c:pt idx="5">
                  <c:v>-0.18197728746122199</c:v>
                </c:pt>
                <c:pt idx="6">
                  <c:v>0.18048935291006285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1460522205394459"/>
          <c:w val="0.99873983739837402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0.11619749435466376</c:v>
                </c:pt>
                <c:pt idx="1">
                  <c:v>-6.3323094362485177E-3</c:v>
                </c:pt>
                <c:pt idx="2">
                  <c:v>4.0005526170364014E-2</c:v>
                </c:pt>
                <c:pt idx="3">
                  <c:v>6.8331363890789198E-2</c:v>
                </c:pt>
                <c:pt idx="4">
                  <c:v>0.18757881646007313</c:v>
                </c:pt>
                <c:pt idx="5">
                  <c:v>-0.10883510384204176</c:v>
                </c:pt>
                <c:pt idx="6">
                  <c:v>5.550617633096655E-2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 formatCode="0.0%;\-0.0%;0.0%">
                  <c:v>-0.16505898352256554</c:v>
                </c:pt>
                <c:pt idx="2" formatCode="0.0%;\-0.0%;0.0%">
                  <c:v>-0.99444444444444446</c:v>
                </c:pt>
                <c:pt idx="3" formatCode="0.0%;\-0.0%;0.0%">
                  <c:v>-7.9646017699115057E-2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0.28296507483962929</c:v>
                </c:pt>
                <c:pt idx="1">
                  <c:v>1.5391380826736967E-3</c:v>
                </c:pt>
                <c:pt idx="2">
                  <c:v>-0.57516526099840437</c:v>
                </c:pt>
                <c:pt idx="4">
                  <c:v>-4.8780487804877981E-2</c:v>
                </c:pt>
                <c:pt idx="5">
                  <c:v>-0.37826666666666664</c:v>
                </c:pt>
                <c:pt idx="6">
                  <c:v>0.16352201257861632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0.20917153363616703</c:v>
                </c:pt>
                <c:pt idx="1">
                  <c:v>-5.5146099975851293E-2</c:v>
                </c:pt>
                <c:pt idx="2">
                  <c:v>4.6420001466997762E-2</c:v>
                </c:pt>
                <c:pt idx="3">
                  <c:v>-7.4658417617796236E-2</c:v>
                </c:pt>
                <c:pt idx="4">
                  <c:v>0.20869240581152981</c:v>
                </c:pt>
                <c:pt idx="5">
                  <c:v>-0.10520102770640916</c:v>
                </c:pt>
                <c:pt idx="6">
                  <c:v>9.4570977828580149E-2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1</c:v>
                </c:pt>
                <c:pt idx="1">
                  <c:v>0.95774647887323938</c:v>
                </c:pt>
                <c:pt idx="2">
                  <c:v>0.9859154929577465</c:v>
                </c:pt>
                <c:pt idx="3">
                  <c:v>0.971830985915493</c:v>
                </c:pt>
                <c:pt idx="4">
                  <c:v>0.9859154929577465</c:v>
                </c:pt>
                <c:pt idx="5">
                  <c:v>0.971830985915493</c:v>
                </c:pt>
                <c:pt idx="6">
                  <c:v>0.971830985915493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</c:v>
                </c:pt>
                <c:pt idx="1">
                  <c:v>0.90476190476190477</c:v>
                </c:pt>
                <c:pt idx="2">
                  <c:v>0.95238095238095233</c:v>
                </c:pt>
                <c:pt idx="3">
                  <c:v>0.95652173913043481</c:v>
                </c:pt>
                <c:pt idx="4">
                  <c:v>0.95454545454545459</c:v>
                </c:pt>
                <c:pt idx="5">
                  <c:v>0.95652173913043481</c:v>
                </c:pt>
                <c:pt idx="6">
                  <c:v>0.88888888888888884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0.65482233502538068</c:v>
                </c:pt>
                <c:pt idx="1">
                  <c:v>0.64974619289340096</c:v>
                </c:pt>
                <c:pt idx="2">
                  <c:v>0.64467005076142136</c:v>
                </c:pt>
                <c:pt idx="3">
                  <c:v>0.69035532994923854</c:v>
                </c:pt>
                <c:pt idx="4">
                  <c:v>0.65989847715736039</c:v>
                </c:pt>
                <c:pt idx="5">
                  <c:v>0.69035532994923854</c:v>
                </c:pt>
                <c:pt idx="6">
                  <c:v>0.71573604060913709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1</c:v>
                </c:pt>
                <c:pt idx="1">
                  <c:v>0.9859154929577465</c:v>
                </c:pt>
                <c:pt idx="2">
                  <c:v>1</c:v>
                </c:pt>
                <c:pt idx="3">
                  <c:v>0.971830985915493</c:v>
                </c:pt>
                <c:pt idx="4">
                  <c:v>1</c:v>
                </c:pt>
                <c:pt idx="5">
                  <c:v>0.9859154929577465</c:v>
                </c:pt>
                <c:pt idx="6">
                  <c:v>0.95774647887323938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</c:v>
                </c:pt>
                <c:pt idx="1">
                  <c:v>0.94736842105263153</c:v>
                </c:pt>
                <c:pt idx="2">
                  <c:v>1</c:v>
                </c:pt>
                <c:pt idx="3">
                  <c:v>0.89473684210526316</c:v>
                </c:pt>
                <c:pt idx="4">
                  <c:v>1</c:v>
                </c:pt>
                <c:pt idx="5">
                  <c:v>1</c:v>
                </c:pt>
                <c:pt idx="6">
                  <c:v>0.94736842105263153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0.69035532994923854</c:v>
                </c:pt>
                <c:pt idx="1">
                  <c:v>0.63959390862944165</c:v>
                </c:pt>
                <c:pt idx="2">
                  <c:v>0.64467005076142136</c:v>
                </c:pt>
                <c:pt idx="3">
                  <c:v>0.65989847715736039</c:v>
                </c:pt>
                <c:pt idx="4">
                  <c:v>0.67512690355329952</c:v>
                </c:pt>
                <c:pt idx="5">
                  <c:v>0.65482233502538068</c:v>
                </c:pt>
                <c:pt idx="6">
                  <c:v>0.62944162436548223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0.12666854906942993</c:v>
                </c:pt>
                <c:pt idx="1">
                  <c:v>2.3946352764057665E-2</c:v>
                </c:pt>
                <c:pt idx="2">
                  <c:v>7.2152922384902091E-2</c:v>
                </c:pt>
                <c:pt idx="3">
                  <c:v>6.1754560198562739E-3</c:v>
                </c:pt>
                <c:pt idx="4">
                  <c:v>5.0317223181962592E-2</c:v>
                </c:pt>
                <c:pt idx="5">
                  <c:v>-5.0197850501741734E-2</c:v>
                </c:pt>
                <c:pt idx="6">
                  <c:v>7.5167589221446882E-2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-2.168782519002052E-3</c:v>
                </c:pt>
                <c:pt idx="1">
                  <c:v>-8.4027099510162167E-3</c:v>
                </c:pt>
                <c:pt idx="2">
                  <c:v>3.6664929206026944E-2</c:v>
                </c:pt>
                <c:pt idx="3">
                  <c:v>3.420256659914456E-3</c:v>
                </c:pt>
                <c:pt idx="4">
                  <c:v>3.7268428198687024E-2</c:v>
                </c:pt>
                <c:pt idx="5">
                  <c:v>-3.1213839088772483E-2</c:v>
                </c:pt>
                <c:pt idx="6">
                  <c:v>2.694055956075609E-2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5.409732885562255E-3</c:v>
                </c:pt>
                <c:pt idx="1">
                  <c:v>2.3719826983495886E-3</c:v>
                </c:pt>
                <c:pt idx="2">
                  <c:v>2.2757120935174621E-3</c:v>
                </c:pt>
                <c:pt idx="3">
                  <c:v>5.2575731922614149E-3</c:v>
                </c:pt>
                <c:pt idx="4">
                  <c:v>2.3711812588019397E-4</c:v>
                </c:pt>
                <c:pt idx="5">
                  <c:v>7.4443730730660738E-3</c:v>
                </c:pt>
                <c:pt idx="6">
                  <c:v>9.3660646965407508E-3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-3.5570128753680806E-3</c:v>
                </c:pt>
                <c:pt idx="1">
                  <c:v>-2.8618823929106802E-3</c:v>
                </c:pt>
                <c:pt idx="2">
                  <c:v>-6.323119508162613E-3</c:v>
                </c:pt>
                <c:pt idx="3">
                  <c:v>-3.7326972440457064E-4</c:v>
                </c:pt>
                <c:pt idx="4">
                  <c:v>-3.3905166505167963E-3</c:v>
                </c:pt>
                <c:pt idx="5">
                  <c:v>-1.635902239452636E-2</c:v>
                </c:pt>
                <c:pt idx="6">
                  <c:v>-2.9009934900789939E-4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0</c:v>
                </c:pt>
                <c:pt idx="2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3.31542113151885E-5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0.10861148725219877</c:v>
                </c:pt>
                <c:pt idx="1">
                  <c:v>-5.705619142232677E-2</c:v>
                </c:pt>
                <c:pt idx="2">
                  <c:v>2.2715122339086107E-2</c:v>
                </c:pt>
                <c:pt idx="3">
                  <c:v>1.7988698134109152E-2</c:v>
                </c:pt>
                <c:pt idx="4">
                  <c:v>8.1510607269636159E-2</c:v>
                </c:pt>
                <c:pt idx="5">
                  <c:v>-6.8544601587659751E-2</c:v>
                </c:pt>
                <c:pt idx="6">
                  <c:v>-2.601954280180489E-2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2.7056642776653428E-2</c:v>
                </c:pt>
                <c:pt idx="1">
                  <c:v>-4.1042147159749383E-3</c:v>
                </c:pt>
                <c:pt idx="2">
                  <c:v>1.1373167397187928E-2</c:v>
                </c:pt>
                <c:pt idx="3">
                  <c:v>5.8954121980317924E-3</c:v>
                </c:pt>
                <c:pt idx="4">
                  <c:v>5.2635803881393314E-2</c:v>
                </c:pt>
                <c:pt idx="5">
                  <c:v>-6.3572024475176472E-2</c:v>
                </c:pt>
                <c:pt idx="6">
                  <c:v>3.7211821474775558E-2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1.1166505098153241E-2</c:v>
                </c:pt>
                <c:pt idx="1">
                  <c:v>2.2139000155884073E-3</c:v>
                </c:pt>
                <c:pt idx="2">
                  <c:v>3.0247824008502178E-3</c:v>
                </c:pt>
                <c:pt idx="3">
                  <c:v>3.3461511904627184E-3</c:v>
                </c:pt>
                <c:pt idx="4">
                  <c:v>1.7835770327624602E-3</c:v>
                </c:pt>
                <c:pt idx="5">
                  <c:v>5.0585659741995996E-3</c:v>
                </c:pt>
                <c:pt idx="6">
                  <c:v>1.5425055403395581E-2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-6.7486471471717279E-3</c:v>
                </c:pt>
                <c:pt idx="1">
                  <c:v>-3.0583867470678132E-3</c:v>
                </c:pt>
                <c:pt idx="2">
                  <c:v>-1.3191453588315704E-2</c:v>
                </c:pt>
                <c:pt idx="3">
                  <c:v>-3.9713684642904649E-3</c:v>
                </c:pt>
                <c:pt idx="4">
                  <c:v>-1.9159574509962265E-3</c:v>
                </c:pt>
                <c:pt idx="5">
                  <c:v>-2.7310417546057491E-2</c:v>
                </c:pt>
                <c:pt idx="6">
                  <c:v>-1.0353837392515823E-2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0</c:v>
                </c:pt>
                <c:pt idx="2">
                  <c:v>0</c:v>
                </c:pt>
                <c:pt idx="3">
                  <c:v>5.8295316907015999E-4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0.83333333333333337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0.16666666666666666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0.875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0.8571428571428571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0.125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0.14285714285714285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0.20322157417084674</c:v>
                </c:pt>
                <c:pt idx="1">
                  <c:v>3.7180380606436136E-2</c:v>
                </c:pt>
                <c:pt idx="2">
                  <c:v>7.550044231857389E-2</c:v>
                </c:pt>
                <c:pt idx="3">
                  <c:v>2.4189003010331778E-2</c:v>
                </c:pt>
                <c:pt idx="4">
                  <c:v>8.5143795818999113E-2</c:v>
                </c:pt>
                <c:pt idx="5">
                  <c:v>-6.1555882392888117E-2</c:v>
                </c:pt>
                <c:pt idx="6">
                  <c:v>5.6954258208001596E-2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2" formatCode="0.0%;\-0.0%;0.0%">
                  <c:v>0.14922480620155043</c:v>
                </c:pt>
                <c:pt idx="3" formatCode="0.0%;\-0.0%;0.0%">
                  <c:v>-0.14369456981794293</c:v>
                </c:pt>
                <c:pt idx="4" formatCode="0.0%;\-0.0%;0.0%">
                  <c:v>2.2470603709189074E-2</c:v>
                </c:pt>
                <c:pt idx="5" formatCode="0.0%;\-0.0%;0.0%">
                  <c:v>-4.0968342644320255E-2</c:v>
                </c:pt>
                <c:pt idx="6" formatCode="0.0%;\-0.0%;0.0%">
                  <c:v>8.2410824108241076E-2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6.2238419938866585E-2</c:v>
                </c:pt>
                <c:pt idx="1">
                  <c:v>9.3350383631713552E-2</c:v>
                </c:pt>
                <c:pt idx="3">
                  <c:v>2.7142857142857144</c:v>
                </c:pt>
                <c:pt idx="4">
                  <c:v>4.4639132248644131E-2</c:v>
                </c:pt>
                <c:pt idx="5">
                  <c:v>0.32280355380059245</c:v>
                </c:pt>
                <c:pt idx="6">
                  <c:v>0.23380256923054832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-8.5679990066088729E-3</c:v>
                </c:pt>
                <c:pt idx="1">
                  <c:v>-3.7387561392859259E-2</c:v>
                </c:pt>
                <c:pt idx="2">
                  <c:v>0.17455354545983348</c:v>
                </c:pt>
                <c:pt idx="3">
                  <c:v>1.5200855278518333E-2</c:v>
                </c:pt>
                <c:pt idx="4">
                  <c:v>0.16479364639385841</c:v>
                </c:pt>
                <c:pt idx="5">
                  <c:v>-0.13588000065645156</c:v>
                </c:pt>
                <c:pt idx="6">
                  <c:v>0.11915002817605092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1460522205394459"/>
          <c:w val="0.99873983739837402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0.22945243595324971</c:v>
                </c:pt>
                <c:pt idx="1">
                  <c:v>-9.0371439973942369E-2</c:v>
                </c:pt>
                <c:pt idx="2">
                  <c:v>2.7437161377304786E-2</c:v>
                </c:pt>
                <c:pt idx="3">
                  <c:v>1.3228676896274383E-2</c:v>
                </c:pt>
                <c:pt idx="4">
                  <c:v>0.13611109969477297</c:v>
                </c:pt>
                <c:pt idx="5">
                  <c:v>-0.11746768792563289</c:v>
                </c:pt>
                <c:pt idx="6">
                  <c:v>5.4259734943876925E-2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 formatCode="0.0%;\-0.0%;0.0%">
                  <c:v>2.1739130434782705E-2</c:v>
                </c:pt>
                <c:pt idx="3" formatCode="0.0%;\-0.0%;0.0%">
                  <c:v>-0.28399518652226241</c:v>
                </c:pt>
                <c:pt idx="4" formatCode="0.0%;\-0.0%;0.0%">
                  <c:v>-0.33199552602144877</c:v>
                </c:pt>
                <c:pt idx="5" formatCode="0.0%;\-0.0%;0.0%">
                  <c:v>-0.35742652899126293</c:v>
                </c:pt>
                <c:pt idx="6" formatCode="0.0%;\-0.0%;0.0%">
                  <c:v>-1.728604387118593E-2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-0.28249048395867316</c:v>
                </c:pt>
                <c:pt idx="1">
                  <c:v>-9.5029239766081908E-2</c:v>
                </c:pt>
                <c:pt idx="2">
                  <c:v>0.55921052631578938</c:v>
                </c:pt>
                <c:pt idx="3">
                  <c:v>0.62733564013840826</c:v>
                </c:pt>
                <c:pt idx="4">
                  <c:v>0.17431706930161983</c:v>
                </c:pt>
                <c:pt idx="5">
                  <c:v>0.61325366648560609</c:v>
                </c:pt>
                <c:pt idx="6">
                  <c:v>-0.17787376067537053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9.6812967935451244E-2</c:v>
                </c:pt>
                <c:pt idx="1">
                  <c:v>-1.4912281622828982E-2</c:v>
                </c:pt>
                <c:pt idx="2">
                  <c:v>4.0748601503231896E-2</c:v>
                </c:pt>
                <c:pt idx="3">
                  <c:v>2.0861156077049747E-2</c:v>
                </c:pt>
                <c:pt idx="4">
                  <c:v>0.18609270243300324</c:v>
                </c:pt>
                <c:pt idx="5">
                  <c:v>-0.23117560562412154</c:v>
                </c:pt>
                <c:pt idx="6">
                  <c:v>0.1505079098417299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0.94505494505494503</c:v>
                </c:pt>
                <c:pt idx="1">
                  <c:v>0.87912087912087911</c:v>
                </c:pt>
                <c:pt idx="2">
                  <c:v>0.90109890109890112</c:v>
                </c:pt>
                <c:pt idx="3">
                  <c:v>0.8571428571428571</c:v>
                </c:pt>
                <c:pt idx="4">
                  <c:v>0.90109890109890112</c:v>
                </c:pt>
                <c:pt idx="5">
                  <c:v>0.89010989010989006</c:v>
                </c:pt>
                <c:pt idx="6">
                  <c:v>0.87912087912087911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</c:v>
                </c:pt>
                <c:pt idx="1">
                  <c:v>0.91666666666666663</c:v>
                </c:pt>
                <c:pt idx="2">
                  <c:v>0.94117647058823528</c:v>
                </c:pt>
                <c:pt idx="3">
                  <c:v>0.967741935483871</c:v>
                </c:pt>
                <c:pt idx="4">
                  <c:v>0.93939393939393945</c:v>
                </c:pt>
                <c:pt idx="5">
                  <c:v>0.93333333333333335</c:v>
                </c:pt>
                <c:pt idx="6">
                  <c:v>0.92307692307692313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0.64599483204134367</c:v>
                </c:pt>
                <c:pt idx="1">
                  <c:v>0.62532299741602071</c:v>
                </c:pt>
                <c:pt idx="2">
                  <c:v>0.60981912144702843</c:v>
                </c:pt>
                <c:pt idx="3">
                  <c:v>0.60465116279069764</c:v>
                </c:pt>
                <c:pt idx="4">
                  <c:v>0.59431524547803616</c:v>
                </c:pt>
                <c:pt idx="5">
                  <c:v>0.57105943152454786</c:v>
                </c:pt>
                <c:pt idx="6">
                  <c:v>0.59431524547803616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0.89010989010989006</c:v>
                </c:pt>
                <c:pt idx="1">
                  <c:v>0.84615384615384615</c:v>
                </c:pt>
                <c:pt idx="2">
                  <c:v>0.80219780219780223</c:v>
                </c:pt>
                <c:pt idx="3">
                  <c:v>0.87912087912087911</c:v>
                </c:pt>
                <c:pt idx="4">
                  <c:v>0.8351648351648352</c:v>
                </c:pt>
                <c:pt idx="5">
                  <c:v>0.8571428571428571</c:v>
                </c:pt>
                <c:pt idx="6">
                  <c:v>0.8351648351648352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</c:v>
                </c:pt>
                <c:pt idx="1">
                  <c:v>0.9375</c:v>
                </c:pt>
                <c:pt idx="2">
                  <c:v>0.87096774193548387</c:v>
                </c:pt>
                <c:pt idx="3">
                  <c:v>0.9642857142857143</c:v>
                </c:pt>
                <c:pt idx="4">
                  <c:v>0.93333333333333335</c:v>
                </c:pt>
                <c:pt idx="5">
                  <c:v>0.9285714285714286</c:v>
                </c:pt>
                <c:pt idx="6">
                  <c:v>0.92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0.45478036175710596</c:v>
                </c:pt>
                <c:pt idx="1">
                  <c:v>0.41860465116279072</c:v>
                </c:pt>
                <c:pt idx="2">
                  <c:v>0.4005167958656331</c:v>
                </c:pt>
                <c:pt idx="3">
                  <c:v>0.41343669250645992</c:v>
                </c:pt>
                <c:pt idx="4">
                  <c:v>0.4315245478036176</c:v>
                </c:pt>
                <c:pt idx="5">
                  <c:v>0.4263565891472868</c:v>
                </c:pt>
                <c:pt idx="6">
                  <c:v>0.41343669250645992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0.13920183029837777</c:v>
                </c:pt>
                <c:pt idx="1">
                  <c:v>-4.0266399902318152E-3</c:v>
                </c:pt>
                <c:pt idx="2">
                  <c:v>1.2022973601373077E-2</c:v>
                </c:pt>
                <c:pt idx="3">
                  <c:v>7.0040863653596339E-2</c:v>
                </c:pt>
                <c:pt idx="4">
                  <c:v>-8.3167887675939439E-2</c:v>
                </c:pt>
                <c:pt idx="5">
                  <c:v>-4.5020416950734563E-3</c:v>
                </c:pt>
                <c:pt idx="6">
                  <c:v>6.1998259018836446E-2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0.18816036977849507</c:v>
                </c:pt>
                <c:pt idx="1">
                  <c:v>-6.1596309154041615E-2</c:v>
                </c:pt>
                <c:pt idx="2">
                  <c:v>-1.379612725074107E-2</c:v>
                </c:pt>
                <c:pt idx="3">
                  <c:v>6.6883355555090007E-2</c:v>
                </c:pt>
                <c:pt idx="4">
                  <c:v>-1.3794873425917212E-2</c:v>
                </c:pt>
                <c:pt idx="5">
                  <c:v>-8.5310936451535507E-2</c:v>
                </c:pt>
                <c:pt idx="6">
                  <c:v>4.4607896399578018E-2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2.7125881672178592E-2</c:v>
                </c:pt>
                <c:pt idx="1">
                  <c:v>4.8874970714143633E-3</c:v>
                </c:pt>
                <c:pt idx="2">
                  <c:v>9.9965081475789537E-3</c:v>
                </c:pt>
                <c:pt idx="3">
                  <c:v>6.9353676316349748E-3</c:v>
                </c:pt>
                <c:pt idx="4">
                  <c:v>9.4957898023218367E-3</c:v>
                </c:pt>
                <c:pt idx="5">
                  <c:v>2.8787242368026856E-3</c:v>
                </c:pt>
                <c:pt idx="6">
                  <c:v>6.9491038922524047E-3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-8.3941791747066813E-3</c:v>
                </c:pt>
                <c:pt idx="1">
                  <c:v>-9.887310402327331E-3</c:v>
                </c:pt>
                <c:pt idx="2">
                  <c:v>-1.5553653583787342E-2</c:v>
                </c:pt>
                <c:pt idx="3">
                  <c:v>-2.3631375039981899E-2</c:v>
                </c:pt>
                <c:pt idx="4">
                  <c:v>-1.5619078047925785E-2</c:v>
                </c:pt>
                <c:pt idx="5">
                  <c:v>-1.4618165724248676E-2</c:v>
                </c:pt>
                <c:pt idx="6">
                  <c:v>-1.0441779258284751E-2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1.6326974585709785E-3</c:v>
                </c:pt>
                <c:pt idx="1">
                  <c:v>7.319150495329502E-4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-4.087970332182969E-5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0.17609080284387879</c:v>
                </c:pt>
                <c:pt idx="1">
                  <c:v>-7.96389620157954E-2</c:v>
                </c:pt>
                <c:pt idx="2">
                  <c:v>8.8897648413431059E-3</c:v>
                </c:pt>
                <c:pt idx="3">
                  <c:v>0.1659396807374002</c:v>
                </c:pt>
                <c:pt idx="4">
                  <c:v>-6.2749507849831257E-2</c:v>
                </c:pt>
                <c:pt idx="5">
                  <c:v>-5.9730556383571588E-2</c:v>
                </c:pt>
                <c:pt idx="6">
                  <c:v>9.741798986725532E-2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0.16257750868421914</c:v>
                </c:pt>
                <c:pt idx="1">
                  <c:v>-2.5025949605114704E-2</c:v>
                </c:pt>
                <c:pt idx="2">
                  <c:v>-8.4368052169884276E-3</c:v>
                </c:pt>
                <c:pt idx="3">
                  <c:v>7.2883130987936862E-2</c:v>
                </c:pt>
                <c:pt idx="4">
                  <c:v>-4.9732461097733348E-2</c:v>
                </c:pt>
                <c:pt idx="5">
                  <c:v>-2.6510193237341058E-2</c:v>
                </c:pt>
                <c:pt idx="6">
                  <c:v>1.0815572726500817E-2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3.3791351491737821E-2</c:v>
                </c:pt>
                <c:pt idx="1">
                  <c:v>3.033019932305378E-2</c:v>
                </c:pt>
                <c:pt idx="2">
                  <c:v>4.1291937664457198E-2</c:v>
                </c:pt>
                <c:pt idx="3">
                  <c:v>2.4849166581450047E-2</c:v>
                </c:pt>
                <c:pt idx="4">
                  <c:v>2.0304627223348012E-2</c:v>
                </c:pt>
                <c:pt idx="5">
                  <c:v>1.3112533858655503E-2</c:v>
                </c:pt>
                <c:pt idx="6">
                  <c:v>9.4393025954544151E-3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-2.5289744505405318E-2</c:v>
                </c:pt>
                <c:pt idx="1">
                  <c:v>-5.5723204212109807E-2</c:v>
                </c:pt>
                <c:pt idx="2">
                  <c:v>-6.1301688398355522E-2</c:v>
                </c:pt>
                <c:pt idx="3">
                  <c:v>-4.3002069882330539E-2</c:v>
                </c:pt>
                <c:pt idx="4">
                  <c:v>-1.6326955375493959E-2</c:v>
                </c:pt>
                <c:pt idx="5">
                  <c:v>-1.1074534402986043E-2</c:v>
                </c:pt>
                <c:pt idx="6">
                  <c:v>-1.4937307180662872E-2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1.6232185176768498E-3</c:v>
                </c:pt>
                <c:pt idx="1">
                  <c:v>1.8653629183903723E-4</c:v>
                </c:pt>
                <c:pt idx="2">
                  <c:v>1.3139286813342602E-4</c:v>
                </c:pt>
                <c:pt idx="3">
                  <c:v>-8.4628919817624675E-4</c:v>
                </c:pt>
                <c:pt idx="4">
                  <c:v>6.9377997346291612E-4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1</c:v>
                </c:pt>
                <c:pt idx="1">
                  <c:v>0.8</c:v>
                </c:pt>
                <c:pt idx="2">
                  <c:v>0.77777777777777779</c:v>
                </c:pt>
                <c:pt idx="3">
                  <c:v>0.66666666666666663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0.1111111111111111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</c:v>
                </c:pt>
                <c:pt idx="1">
                  <c:v>0.2</c:v>
                </c:pt>
                <c:pt idx="2">
                  <c:v>0</c:v>
                </c:pt>
                <c:pt idx="3">
                  <c:v>0.33333333333333331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0.1111111111111111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0.75</c:v>
                </c:pt>
                <c:pt idx="1">
                  <c:v>1</c:v>
                </c:pt>
                <c:pt idx="2">
                  <c:v>0.83333333333333337</c:v>
                </c:pt>
                <c:pt idx="3">
                  <c:v>1</c:v>
                </c:pt>
                <c:pt idx="4">
                  <c:v>0.75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0.16666666666666666</c:v>
                </c:pt>
                <c:pt idx="3">
                  <c:v>0</c:v>
                </c:pt>
                <c:pt idx="4">
                  <c:v>0.25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0.25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0.64717468771040365</c:v>
                </c:pt>
                <c:pt idx="1">
                  <c:v>0.13624238479985484</c:v>
                </c:pt>
                <c:pt idx="2">
                  <c:v>4.5167118727263755E-2</c:v>
                </c:pt>
                <c:pt idx="3">
                  <c:v>0.23094246903360061</c:v>
                </c:pt>
                <c:pt idx="4">
                  <c:v>-0.23167595029947952</c:v>
                </c:pt>
                <c:pt idx="5">
                  <c:v>1.3635848311333909E-2</c:v>
                </c:pt>
                <c:pt idx="6">
                  <c:v>0.11012589628486413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-0.31297490679013074</c:v>
                </c:pt>
                <c:pt idx="1">
                  <c:v>-0.73946913975734785</c:v>
                </c:pt>
                <c:pt idx="2">
                  <c:v>-0.35245143913346932</c:v>
                </c:pt>
                <c:pt idx="3">
                  <c:v>-0.69943368394842653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4.8696319358316975E-2</c:v>
                </c:pt>
                <c:pt idx="1">
                  <c:v>0.15575781699387004</c:v>
                </c:pt>
                <c:pt idx="2">
                  <c:v>0.26524365277501194</c:v>
                </c:pt>
                <c:pt idx="3">
                  <c:v>-0.15416664831771953</c:v>
                </c:pt>
                <c:pt idx="4">
                  <c:v>5.0858085808580853</c:v>
                </c:pt>
                <c:pt idx="5">
                  <c:v>-6.4206443157818316E-2</c:v>
                </c:pt>
                <c:pt idx="6">
                  <c:v>-3.5060104530446057E-2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0.37208890217195223</c:v>
                </c:pt>
                <c:pt idx="1">
                  <c:v>-0.11722106572898106</c:v>
                </c:pt>
                <c:pt idx="2">
                  <c:v>-2.8231648908934037E-2</c:v>
                </c:pt>
                <c:pt idx="3">
                  <c:v>0.14402469597966339</c:v>
                </c:pt>
                <c:pt idx="4">
                  <c:v>-2.9682179746514326E-2</c:v>
                </c:pt>
                <c:pt idx="5">
                  <c:v>-0.17104699020842506</c:v>
                </c:pt>
                <c:pt idx="6">
                  <c:v>9.8570683231452128E-2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1460522205394459"/>
          <c:w val="0.99873983739837402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0.23810070225363744</c:v>
                </c:pt>
                <c:pt idx="1">
                  <c:v>3.0820886882019227E-2</c:v>
                </c:pt>
                <c:pt idx="2">
                  <c:v>-1.4584184166971159E-2</c:v>
                </c:pt>
                <c:pt idx="3">
                  <c:v>0.2843820026220607</c:v>
                </c:pt>
                <c:pt idx="4">
                  <c:v>-2.0908710881755166E-2</c:v>
                </c:pt>
                <c:pt idx="5">
                  <c:v>-0.16431520871647176</c:v>
                </c:pt>
                <c:pt idx="6">
                  <c:v>0.2116274162920162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1">
                  <c:v>-0.82970822281167111</c:v>
                </c:pt>
                <c:pt idx="2">
                  <c:v>-0.45180722891566261</c:v>
                </c:pt>
                <c:pt idx="3">
                  <c:v>-0.88428571428571423</c:v>
                </c:pt>
                <c:pt idx="4">
                  <c:v>0.33333333333333348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0.41205717837165934</c:v>
                </c:pt>
                <c:pt idx="1">
                  <c:v>0.20070175438596505</c:v>
                </c:pt>
                <c:pt idx="2">
                  <c:v>0.56021290751829689</c:v>
                </c:pt>
                <c:pt idx="3">
                  <c:v>0.19999999999999996</c:v>
                </c:pt>
                <c:pt idx="4">
                  <c:v>-0.14203406813627262</c:v>
                </c:pt>
                <c:pt idx="5">
                  <c:v>0.1084070796460177</c:v>
                </c:pt>
                <c:pt idx="6">
                  <c:v>0.26830115293790802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0.45742373036171013</c:v>
                </c:pt>
                <c:pt idx="1">
                  <c:v>-7.1739055438644894E-2</c:v>
                </c:pt>
                <c:pt idx="2">
                  <c:v>-2.413165598544198E-2</c:v>
                </c:pt>
                <c:pt idx="3">
                  <c:v>0.21001026224611108</c:v>
                </c:pt>
                <c:pt idx="4">
                  <c:v>-0.14417524952441607</c:v>
                </c:pt>
                <c:pt idx="5">
                  <c:v>-7.7386525929498906E-2</c:v>
                </c:pt>
                <c:pt idx="6">
                  <c:v>3.1395062235550331E-2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0.85815602836879434</c:v>
                </c:pt>
                <c:pt idx="1">
                  <c:v>0.82978723404255317</c:v>
                </c:pt>
                <c:pt idx="2">
                  <c:v>0.84397163120567376</c:v>
                </c:pt>
                <c:pt idx="3">
                  <c:v>0.81560283687943258</c:v>
                </c:pt>
                <c:pt idx="4">
                  <c:v>0.85815602836879434</c:v>
                </c:pt>
                <c:pt idx="5">
                  <c:v>0.86524822695035464</c:v>
                </c:pt>
                <c:pt idx="6">
                  <c:v>0.86524822695035464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0.92647058823529416</c:v>
                </c:pt>
                <c:pt idx="1">
                  <c:v>0.88571428571428568</c:v>
                </c:pt>
                <c:pt idx="2">
                  <c:v>0.89552238805970152</c:v>
                </c:pt>
                <c:pt idx="3">
                  <c:v>0.8529411764705882</c:v>
                </c:pt>
                <c:pt idx="4">
                  <c:v>0.93939393939393945</c:v>
                </c:pt>
                <c:pt idx="5">
                  <c:v>0.89393939393939392</c:v>
                </c:pt>
                <c:pt idx="6">
                  <c:v>0.95588235294117652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0.49415204678362573</c:v>
                </c:pt>
                <c:pt idx="1">
                  <c:v>0.45029239766081869</c:v>
                </c:pt>
                <c:pt idx="2">
                  <c:v>0.46491228070175439</c:v>
                </c:pt>
                <c:pt idx="3">
                  <c:v>0.42982456140350878</c:v>
                </c:pt>
                <c:pt idx="4">
                  <c:v>0.42982456140350878</c:v>
                </c:pt>
                <c:pt idx="5">
                  <c:v>0.44736842105263158</c:v>
                </c:pt>
                <c:pt idx="6">
                  <c:v>0.43567251461988304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0.75886524822695034</c:v>
                </c:pt>
                <c:pt idx="1">
                  <c:v>0.74468085106382975</c:v>
                </c:pt>
                <c:pt idx="2">
                  <c:v>0.74468085106382975</c:v>
                </c:pt>
                <c:pt idx="3">
                  <c:v>0.78723404255319152</c:v>
                </c:pt>
                <c:pt idx="4">
                  <c:v>0.78014184397163122</c:v>
                </c:pt>
                <c:pt idx="5">
                  <c:v>0.74468085106382975</c:v>
                </c:pt>
                <c:pt idx="6">
                  <c:v>0.76595744680851063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0.88135593220338981</c:v>
                </c:pt>
                <c:pt idx="1">
                  <c:v>0.88709677419354838</c:v>
                </c:pt>
                <c:pt idx="2">
                  <c:v>0.83870967741935487</c:v>
                </c:pt>
                <c:pt idx="3">
                  <c:v>0.859375</c:v>
                </c:pt>
                <c:pt idx="4">
                  <c:v>0.86440677966101698</c:v>
                </c:pt>
                <c:pt idx="5">
                  <c:v>0.81034482758620685</c:v>
                </c:pt>
                <c:pt idx="6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0.43567251461988304</c:v>
                </c:pt>
                <c:pt idx="1">
                  <c:v>0.40935672514619881</c:v>
                </c:pt>
                <c:pt idx="2">
                  <c:v>0.42690058479532161</c:v>
                </c:pt>
                <c:pt idx="3">
                  <c:v>0.39766081871345027</c:v>
                </c:pt>
                <c:pt idx="4">
                  <c:v>0.4064327485380117</c:v>
                </c:pt>
                <c:pt idx="5">
                  <c:v>0.37134502923976609</c:v>
                </c:pt>
                <c:pt idx="6">
                  <c:v>0.38011695906432746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7.1009545428860357E-2</c:v>
                </c:pt>
                <c:pt idx="1">
                  <c:v>-1.6178357190722908E-3</c:v>
                </c:pt>
                <c:pt idx="2">
                  <c:v>0.1041445181964161</c:v>
                </c:pt>
                <c:pt idx="3">
                  <c:v>6.7030707873389234E-3</c:v>
                </c:pt>
                <c:pt idx="4">
                  <c:v>1.6087847058964658E-2</c:v>
                </c:pt>
                <c:pt idx="5">
                  <c:v>-0.10703067284763393</c:v>
                </c:pt>
                <c:pt idx="6">
                  <c:v>0.1099070073321906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5.23142200776789E-2</c:v>
                </c:pt>
                <c:pt idx="1">
                  <c:v>-3.2197163530002723E-2</c:v>
                </c:pt>
                <c:pt idx="2">
                  <c:v>2.5543210040666352E-2</c:v>
                </c:pt>
                <c:pt idx="3">
                  <c:v>-1.9765369285565736E-2</c:v>
                </c:pt>
                <c:pt idx="4">
                  <c:v>2.1096556711436266E-2</c:v>
                </c:pt>
                <c:pt idx="5">
                  <c:v>-8.0726378272005586E-3</c:v>
                </c:pt>
                <c:pt idx="6">
                  <c:v>3.1000021659625843E-2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1.4358828814169351E-2</c:v>
                </c:pt>
                <c:pt idx="1">
                  <c:v>5.4710225919369748E-4</c:v>
                </c:pt>
                <c:pt idx="2">
                  <c:v>4.5899920907571095E-3</c:v>
                </c:pt>
                <c:pt idx="3">
                  <c:v>1.0105211125991734E-3</c:v>
                </c:pt>
                <c:pt idx="4">
                  <c:v>3.3402146579559365E-3</c:v>
                </c:pt>
                <c:pt idx="5">
                  <c:v>1.1668748194879766E-2</c:v>
                </c:pt>
                <c:pt idx="6">
                  <c:v>3.1131958884581951E-3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-1.9344962515345388E-2</c:v>
                </c:pt>
                <c:pt idx="1">
                  <c:v>-1.2661763839588881E-2</c:v>
                </c:pt>
                <c:pt idx="2">
                  <c:v>-4.2369349746169231E-3</c:v>
                </c:pt>
                <c:pt idx="3">
                  <c:v>-4.6515692658463418E-3</c:v>
                </c:pt>
                <c:pt idx="4">
                  <c:v>-2.3901520941855908E-2</c:v>
                </c:pt>
                <c:pt idx="5">
                  <c:v>-4.4477072753206018E-3</c:v>
                </c:pt>
                <c:pt idx="6">
                  <c:v>-9.8947158382057167E-3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-2.8627543180373497E-4</c:v>
                </c:pt>
                <c:pt idx="6">
                  <c:v>3.2099723581042219E-4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2.3646724573913341E-2</c:v>
                </c:pt>
                <c:pt idx="1">
                  <c:v>1.6614796836714782E-2</c:v>
                </c:pt>
                <c:pt idx="2">
                  <c:v>-1.4397465458927028E-2</c:v>
                </c:pt>
                <c:pt idx="3">
                  <c:v>0.15245625972297583</c:v>
                </c:pt>
                <c:pt idx="4">
                  <c:v>-7.6432900985073632E-2</c:v>
                </c:pt>
                <c:pt idx="5">
                  <c:v>-7.7730336639959E-2</c:v>
                </c:pt>
                <c:pt idx="6">
                  <c:v>0.14418920011694392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8.1774187774389606E-2</c:v>
                </c:pt>
                <c:pt idx="1">
                  <c:v>-5.5981675240672164E-2</c:v>
                </c:pt>
                <c:pt idx="2">
                  <c:v>3.3651170329233454E-2</c:v>
                </c:pt>
                <c:pt idx="3">
                  <c:v>-1.547882751778234E-2</c:v>
                </c:pt>
                <c:pt idx="4">
                  <c:v>3.3740171185463318E-2</c:v>
                </c:pt>
                <c:pt idx="5">
                  <c:v>-1.9162067417234457E-2</c:v>
                </c:pt>
                <c:pt idx="6">
                  <c:v>2.9179962801923327E-2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2.9537251890013116E-2</c:v>
                </c:pt>
                <c:pt idx="1">
                  <c:v>3.8321740039250754E-3</c:v>
                </c:pt>
                <c:pt idx="2">
                  <c:v>5.0030275044189347E-3</c:v>
                </c:pt>
                <c:pt idx="3">
                  <c:v>3.4860333855888646E-3</c:v>
                </c:pt>
                <c:pt idx="4">
                  <c:v>4.2251612337470797E-3</c:v>
                </c:pt>
                <c:pt idx="5">
                  <c:v>6.9023601888597297E-3</c:v>
                </c:pt>
                <c:pt idx="6">
                  <c:v>7.9652403257008866E-3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-1.5751465309350315E-2</c:v>
                </c:pt>
                <c:pt idx="1">
                  <c:v>-1.5125474667007305E-2</c:v>
                </c:pt>
                <c:pt idx="2">
                  <c:v>-3.7308640314126524E-3</c:v>
                </c:pt>
                <c:pt idx="3">
                  <c:v>-1.2763138569077716E-2</c:v>
                </c:pt>
                <c:pt idx="4">
                  <c:v>-8.684167869110351E-3</c:v>
                </c:pt>
                <c:pt idx="5">
                  <c:v>-1.3199543747019435E-2</c:v>
                </c:pt>
                <c:pt idx="6">
                  <c:v>-6.4132469939848606E-3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1.7899392396988998E-3</c:v>
                </c:pt>
                <c:pt idx="1">
                  <c:v>0</c:v>
                </c:pt>
                <c:pt idx="2">
                  <c:v>-2.9663427135002236E-4</c:v>
                </c:pt>
                <c:pt idx="3">
                  <c:v>2.9075256956330166E-4</c:v>
                </c:pt>
                <c:pt idx="4">
                  <c:v>0</c:v>
                </c:pt>
                <c:pt idx="5">
                  <c:v>-1.3944161997696424E-4</c:v>
                </c:pt>
                <c:pt idx="6">
                  <c:v>1.8661242465523357E-4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0.625</c:v>
                </c:pt>
                <c:pt idx="1">
                  <c:v>1</c:v>
                </c:pt>
                <c:pt idx="2">
                  <c:v>0.9375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0.125</c:v>
                </c:pt>
                <c:pt idx="1">
                  <c:v>0</c:v>
                </c:pt>
                <c:pt idx="2">
                  <c:v>6.25E-2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0.25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0.66666666666666663</c:v>
                </c:pt>
                <c:pt idx="1">
                  <c:v>1</c:v>
                </c:pt>
                <c:pt idx="2">
                  <c:v>0.81818181818181823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0.33333333333333331</c:v>
                </c:pt>
                <c:pt idx="1">
                  <c:v>0</c:v>
                </c:pt>
                <c:pt idx="2">
                  <c:v>0.18181818181818182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0.13463868962530223</c:v>
                </c:pt>
                <c:pt idx="1">
                  <c:v>-2.3103072091423149E-2</c:v>
                </c:pt>
                <c:pt idx="2">
                  <c:v>5.1923594132042838E-2</c:v>
                </c:pt>
                <c:pt idx="3">
                  <c:v>9.4373535359718819E-2</c:v>
                </c:pt>
                <c:pt idx="4">
                  <c:v>-7.0388945759470745E-2</c:v>
                </c:pt>
                <c:pt idx="5">
                  <c:v>-9.5932676575747111E-2</c:v>
                </c:pt>
                <c:pt idx="6">
                  <c:v>0.193025555447085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1.2970297029702968</c:v>
                </c:pt>
                <c:pt idx="1">
                  <c:v>0.18506998444790068</c:v>
                </c:pt>
                <c:pt idx="2">
                  <c:v>3.5702954850010071E-2</c:v>
                </c:pt>
                <c:pt idx="3">
                  <c:v>0.17127010286154731</c:v>
                </c:pt>
                <c:pt idx="4">
                  <c:v>6.2470901021962622E-3</c:v>
                </c:pt>
                <c:pt idx="5">
                  <c:v>-7.4074074074073959E-2</c:v>
                </c:pt>
                <c:pt idx="6">
                  <c:v>0.34210526315789469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0.49654079542380081</c:v>
                </c:pt>
                <c:pt idx="1">
                  <c:v>0.53665318503538906</c:v>
                </c:pt>
                <c:pt idx="2">
                  <c:v>0.38302893873949095</c:v>
                </c:pt>
                <c:pt idx="3">
                  <c:v>13.460431654676258</c:v>
                </c:pt>
                <c:pt idx="4">
                  <c:v>0.15941715419274094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0.31717357512139044</c:v>
                </c:pt>
                <c:pt idx="1">
                  <c:v>-0.16716085864695096</c:v>
                </c:pt>
                <c:pt idx="2">
                  <c:v>0.15530271820611774</c:v>
                </c:pt>
                <c:pt idx="3">
                  <c:v>-0.1182917950792054</c:v>
                </c:pt>
                <c:pt idx="4">
                  <c:v>0.16608047045330254</c:v>
                </c:pt>
                <c:pt idx="5">
                  <c:v>-5.5851100088191163E-2</c:v>
                </c:pt>
                <c:pt idx="6">
                  <c:v>0.19855684503307303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1460522205394459"/>
          <c:w val="0.99873983739837402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5.6368455045544552E-2</c:v>
                </c:pt>
                <c:pt idx="1">
                  <c:v>0.16573947525457666</c:v>
                </c:pt>
                <c:pt idx="2">
                  <c:v>-9.8225441291134641E-2</c:v>
                </c:pt>
                <c:pt idx="3">
                  <c:v>0.30664141115188825</c:v>
                </c:pt>
                <c:pt idx="4">
                  <c:v>-0.15079014897298049</c:v>
                </c:pt>
                <c:pt idx="5">
                  <c:v>-8.7037815253999895E-2</c:v>
                </c:pt>
                <c:pt idx="6">
                  <c:v>0.15943710910354403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1.3376623376623376</c:v>
                </c:pt>
                <c:pt idx="1">
                  <c:v>-0.19593908629441614</c:v>
                </c:pt>
                <c:pt idx="2">
                  <c:v>-0.16666666666666674</c:v>
                </c:pt>
                <c:pt idx="3">
                  <c:v>0.46116908301782256</c:v>
                </c:pt>
                <c:pt idx="4">
                  <c:v>-0.21379310344827585</c:v>
                </c:pt>
                <c:pt idx="5">
                  <c:v>-6.6666666666666652E-2</c:v>
                </c:pt>
                <c:pt idx="6">
                  <c:v>0.31406044678055212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0.7834048341529769</c:v>
                </c:pt>
                <c:pt idx="1">
                  <c:v>0.2403846153846152</c:v>
                </c:pt>
                <c:pt idx="2">
                  <c:v>9.3861527480371132E-2</c:v>
                </c:pt>
                <c:pt idx="3">
                  <c:v>21.209255533199197</c:v>
                </c:pt>
                <c:pt idx="4">
                  <c:v>3.5466613829997939E-2</c:v>
                </c:pt>
                <c:pt idx="5">
                  <c:v>2.0000000000000018E-2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0.36730010232422194</c:v>
                </c:pt>
                <c:pt idx="1">
                  <c:v>-0.20457028887875162</c:v>
                </c:pt>
                <c:pt idx="2">
                  <c:v>0.1465675697274833</c:v>
                </c:pt>
                <c:pt idx="3">
                  <c:v>-6.1916980408143529E-2</c:v>
                </c:pt>
                <c:pt idx="4">
                  <c:v>0.16675203236016434</c:v>
                </c:pt>
                <c:pt idx="5">
                  <c:v>-8.0162869109703383E-2</c:v>
                </c:pt>
                <c:pt idx="6">
                  <c:v>0.11836245505582532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0.97727272727272729</c:v>
                </c:pt>
                <c:pt idx="1">
                  <c:v>1</c:v>
                </c:pt>
                <c:pt idx="2">
                  <c:v>1</c:v>
                </c:pt>
                <c:pt idx="3">
                  <c:v>0.97727272727272729</c:v>
                </c:pt>
                <c:pt idx="4">
                  <c:v>0.95454545454545459</c:v>
                </c:pt>
                <c:pt idx="5">
                  <c:v>0.97727272727272729</c:v>
                </c:pt>
                <c:pt idx="6">
                  <c:v>0.97727272727272729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0.88888888888888884</c:v>
                </c:pt>
                <c:pt idx="1">
                  <c:v>1</c:v>
                </c:pt>
                <c:pt idx="2">
                  <c:v>1</c:v>
                </c:pt>
                <c:pt idx="3">
                  <c:v>0.83333333333333337</c:v>
                </c:pt>
                <c:pt idx="4">
                  <c:v>0.8571428571428571</c:v>
                </c:pt>
                <c:pt idx="5">
                  <c:v>1</c:v>
                </c:pt>
                <c:pt idx="6">
                  <c:v>0.875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0.62171052631578949</c:v>
                </c:pt>
                <c:pt idx="1">
                  <c:v>0.58552631578947367</c:v>
                </c:pt>
                <c:pt idx="2">
                  <c:v>0.63486842105263153</c:v>
                </c:pt>
                <c:pt idx="3">
                  <c:v>0.65460526315789469</c:v>
                </c:pt>
                <c:pt idx="4">
                  <c:v>0.56907894736842102</c:v>
                </c:pt>
                <c:pt idx="5">
                  <c:v>0.54276315789473684</c:v>
                </c:pt>
                <c:pt idx="6">
                  <c:v>0.58881578947368418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0.95454545454545459</c:v>
                </c:pt>
                <c:pt idx="1">
                  <c:v>0.90909090909090906</c:v>
                </c:pt>
                <c:pt idx="2">
                  <c:v>0.95454545454545459</c:v>
                </c:pt>
                <c:pt idx="3">
                  <c:v>0.95454545454545459</c:v>
                </c:pt>
                <c:pt idx="4">
                  <c:v>0.93181818181818177</c:v>
                </c:pt>
                <c:pt idx="5">
                  <c:v>0.95454545454545459</c:v>
                </c:pt>
                <c:pt idx="6">
                  <c:v>0.88636363636363635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0.8571428571428571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0.5714285714285714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0.52302631578947367</c:v>
                </c:pt>
                <c:pt idx="1">
                  <c:v>0.52631578947368418</c:v>
                </c:pt>
                <c:pt idx="2">
                  <c:v>0.52960526315789469</c:v>
                </c:pt>
                <c:pt idx="3">
                  <c:v>0.52302631578947367</c:v>
                </c:pt>
                <c:pt idx="4">
                  <c:v>0.47039473684210525</c:v>
                </c:pt>
                <c:pt idx="5">
                  <c:v>0.47697368421052633</c:v>
                </c:pt>
                <c:pt idx="6">
                  <c:v>0.44736842105263158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7.2677237155770388E-2</c:v>
                </c:pt>
                <c:pt idx="1">
                  <c:v>4.7342740217813657E-2</c:v>
                </c:pt>
                <c:pt idx="2">
                  <c:v>2.2567141572080365E-2</c:v>
                </c:pt>
                <c:pt idx="3">
                  <c:v>8.8684537867636914E-2</c:v>
                </c:pt>
                <c:pt idx="4">
                  <c:v>-2.9229701032963882E-2</c:v>
                </c:pt>
                <c:pt idx="5">
                  <c:v>-2.3417493528873273E-2</c:v>
                </c:pt>
                <c:pt idx="6">
                  <c:v>-2.3806023658164858E-2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1.4912217385318643E-2</c:v>
                </c:pt>
                <c:pt idx="1">
                  <c:v>1.783876558835458E-2</c:v>
                </c:pt>
                <c:pt idx="2">
                  <c:v>6.4803847277479284E-3</c:v>
                </c:pt>
                <c:pt idx="3">
                  <c:v>3.2290345149580686E-2</c:v>
                </c:pt>
                <c:pt idx="4">
                  <c:v>1.0225593196984288E-2</c:v>
                </c:pt>
                <c:pt idx="5">
                  <c:v>-2.5968480978361765E-2</c:v>
                </c:pt>
                <c:pt idx="6">
                  <c:v>-1.0751154628594528E-2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2.9309634108940795E-2</c:v>
                </c:pt>
                <c:pt idx="1">
                  <c:v>3.4798913910232807E-2</c:v>
                </c:pt>
                <c:pt idx="2">
                  <c:v>2.9909400281846677E-2</c:v>
                </c:pt>
                <c:pt idx="3">
                  <c:v>6.3493550128568858E-3</c:v>
                </c:pt>
                <c:pt idx="4">
                  <c:v>4.4445677869112315E-3</c:v>
                </c:pt>
                <c:pt idx="5">
                  <c:v>1.2101439913493094E-2</c:v>
                </c:pt>
                <c:pt idx="6">
                  <c:v>6.756086948780651E-3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-7.0964753480929704E-2</c:v>
                </c:pt>
                <c:pt idx="1">
                  <c:v>-3.1448745076121658E-2</c:v>
                </c:pt>
                <c:pt idx="2">
                  <c:v>-1.6921794937761379E-2</c:v>
                </c:pt>
                <c:pt idx="3">
                  <c:v>-7.8540277820520199E-3</c:v>
                </c:pt>
                <c:pt idx="4">
                  <c:v>-2.6200780923131918E-2</c:v>
                </c:pt>
                <c:pt idx="5">
                  <c:v>-2.1422409298508804E-2</c:v>
                </c:pt>
                <c:pt idx="6">
                  <c:v>-3.3880568010695145E-3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0</c:v>
                </c:pt>
                <c:pt idx="1">
                  <c:v>6.766683607838679E-4</c:v>
                </c:pt>
                <c:pt idx="2">
                  <c:v>1.6876495342578147E-3</c:v>
                </c:pt>
                <c:pt idx="3">
                  <c:v>2.9721879596688575E-5</c:v>
                </c:pt>
                <c:pt idx="4">
                  <c:v>0</c:v>
                </c:pt>
                <c:pt idx="5">
                  <c:v>-1.8821572605723081E-3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-8.1251914348562798E-3</c:v>
                </c:pt>
                <c:pt idx="1">
                  <c:v>-7.3740803621959042E-3</c:v>
                </c:pt>
                <c:pt idx="2">
                  <c:v>2.9725159423833001E-2</c:v>
                </c:pt>
                <c:pt idx="3">
                  <c:v>0.14611229069798706</c:v>
                </c:pt>
                <c:pt idx="4">
                  <c:v>-6.1718989134830406E-2</c:v>
                </c:pt>
                <c:pt idx="5">
                  <c:v>-7.102101188442296E-2</c:v>
                </c:pt>
                <c:pt idx="6">
                  <c:v>-5.3980204391873086E-2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-5.2794252777546603E-3</c:v>
                </c:pt>
                <c:pt idx="1">
                  <c:v>2.2928692699490636E-2</c:v>
                </c:pt>
                <c:pt idx="2">
                  <c:v>4.3977984812897334E-3</c:v>
                </c:pt>
                <c:pt idx="3">
                  <c:v>5.4022092616980689E-2</c:v>
                </c:pt>
                <c:pt idx="4">
                  <c:v>3.1532004548937981E-2</c:v>
                </c:pt>
                <c:pt idx="5">
                  <c:v>-8.3085643673265042E-2</c:v>
                </c:pt>
                <c:pt idx="6">
                  <c:v>2.492204924490414E-2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1.2296382925403058E-2</c:v>
                </c:pt>
                <c:pt idx="1">
                  <c:v>8.6644029428409701E-3</c:v>
                </c:pt>
                <c:pt idx="2">
                  <c:v>6.0099365215189417E-2</c:v>
                </c:pt>
                <c:pt idx="3">
                  <c:v>1.7964361544870588E-2</c:v>
                </c:pt>
                <c:pt idx="4">
                  <c:v>1.0876340830739737E-2</c:v>
                </c:pt>
                <c:pt idx="5">
                  <c:v>1.2378242004109698E-2</c:v>
                </c:pt>
                <c:pt idx="6">
                  <c:v>4.9821906104015714E-3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-1.4707765990031464E-2</c:v>
                </c:pt>
                <c:pt idx="1">
                  <c:v>-2.3186191284663267E-2</c:v>
                </c:pt>
                <c:pt idx="2">
                  <c:v>-9.5581536813735303E-3</c:v>
                </c:pt>
                <c:pt idx="3">
                  <c:v>-1.5698658854516625E-2</c:v>
                </c:pt>
                <c:pt idx="4">
                  <c:v>-2.6002229783925447E-2</c:v>
                </c:pt>
                <c:pt idx="5">
                  <c:v>-1.3625661740957964E-2</c:v>
                </c:pt>
                <c:pt idx="6">
                  <c:v>-1.7190776844464663E-2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-1.3922535015175566E-4</c:v>
                </c:pt>
                <c:pt idx="1">
                  <c:v>-2.8817204301075261E-2</c:v>
                </c:pt>
                <c:pt idx="2">
                  <c:v>-1.7463130964750666E-3</c:v>
                </c:pt>
                <c:pt idx="3">
                  <c:v>5.3753325987045445E-4</c:v>
                </c:pt>
                <c:pt idx="4">
                  <c:v>-3.1279534024313136E-5</c:v>
                </c:pt>
                <c:pt idx="5">
                  <c:v>-9.7827664165586184E-4</c:v>
                </c:pt>
                <c:pt idx="6">
                  <c:v>2.8489475261037935E-3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General</c:formatCode>
                <c:ptCount val="7"/>
                <c:pt idx="2" formatCode="0.00%">
                  <c:v>1</c:v>
                </c:pt>
                <c:pt idx="3" formatCode="0.00%">
                  <c:v>1</c:v>
                </c:pt>
                <c:pt idx="5" formatCode="0.00%">
                  <c:v>1</c:v>
                </c:pt>
                <c:pt idx="6" formatCode="0.00%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2" formatCode="0.00%">
                  <c:v>0</c:v>
                </c:pt>
                <c:pt idx="3" formatCode="0.00%">
                  <c:v>0</c:v>
                </c:pt>
                <c:pt idx="5" formatCode="0.00%">
                  <c:v>0</c:v>
                </c:pt>
                <c:pt idx="6" formatCode="0.00%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General</c:formatCode>
                <c:ptCount val="7"/>
                <c:pt idx="2" formatCode="0.00%">
                  <c:v>0</c:v>
                </c:pt>
                <c:pt idx="3" formatCode="0.00%">
                  <c:v>0</c:v>
                </c:pt>
                <c:pt idx="5" formatCode="0.00%">
                  <c:v>0</c:v>
                </c:pt>
                <c:pt idx="6" formatCode="0.00%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General</c:formatCode>
                <c:ptCount val="7"/>
                <c:pt idx="2" formatCode="0.00%">
                  <c:v>1</c:v>
                </c:pt>
                <c:pt idx="3" formatCode="0.00%">
                  <c:v>1</c:v>
                </c:pt>
                <c:pt idx="5" formatCode="0.00%">
                  <c:v>1</c:v>
                </c:pt>
                <c:pt idx="6" formatCode="0.00%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2" formatCode="0.00%">
                  <c:v>0</c:v>
                </c:pt>
                <c:pt idx="3" formatCode="0.00%">
                  <c:v>0</c:v>
                </c:pt>
                <c:pt idx="5" formatCode="0.00%">
                  <c:v>0</c:v>
                </c:pt>
                <c:pt idx="6" formatCode="0.00%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General</c:formatCode>
                <c:ptCount val="7"/>
                <c:pt idx="2" formatCode="0.00%">
                  <c:v>0</c:v>
                </c:pt>
                <c:pt idx="3" formatCode="0.00%">
                  <c:v>0</c:v>
                </c:pt>
                <c:pt idx="5" formatCode="0.00%">
                  <c:v>0</c:v>
                </c:pt>
                <c:pt idx="6" formatCode="0.0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9.2043750736080288E-2</c:v>
                </c:pt>
                <c:pt idx="1">
                  <c:v>0.10713158380156695</c:v>
                </c:pt>
                <c:pt idx="2">
                  <c:v>9.6038356910630451E-3</c:v>
                </c:pt>
                <c:pt idx="3">
                  <c:v>0.13387424996742192</c:v>
                </c:pt>
                <c:pt idx="4">
                  <c:v>-6.403840913461778E-2</c:v>
                </c:pt>
                <c:pt idx="5">
                  <c:v>-1.2454780494077777E-2</c:v>
                </c:pt>
                <c:pt idx="6">
                  <c:v>1.1649295242639468E-2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6" formatCode="0.0%;\-0.0%;0.0%">
                  <c:v>-0.4994830224303034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2" formatCode="0.0%;\-0.0%;0.0%">
                  <c:v>1.6782813908111649</c:v>
                </c:pt>
                <c:pt idx="3" formatCode="0.0%;\-0.0%;0.0%">
                  <c:v>3.7670564472328314</c:v>
                </c:pt>
                <c:pt idx="5" formatCode="0.0%;\-0.0%;0.0%">
                  <c:v>0.23547948606770985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3.9861097804696488E-2</c:v>
                </c:pt>
                <c:pt idx="1">
                  <c:v>4.9330019924200164E-2</c:v>
                </c:pt>
                <c:pt idx="2">
                  <c:v>1.7766544018610775E-2</c:v>
                </c:pt>
                <c:pt idx="3">
                  <c:v>8.7272251938531387E-2</c:v>
                </c:pt>
                <c:pt idx="4">
                  <c:v>2.9940143362821248E-2</c:v>
                </c:pt>
                <c:pt idx="5">
                  <c:v>-7.4252931356625362E-2</c:v>
                </c:pt>
                <c:pt idx="6">
                  <c:v>-3.0695849548464049E-2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1460522205394459"/>
          <c:w val="0.99873983739837402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-4.2528584451691054E-2</c:v>
                </c:pt>
                <c:pt idx="1">
                  <c:v>6.59791890252448E-3</c:v>
                </c:pt>
                <c:pt idx="2">
                  <c:v>3.1799892455174117E-2</c:v>
                </c:pt>
                <c:pt idx="3">
                  <c:v>0.23661693676304352</c:v>
                </c:pt>
                <c:pt idx="4">
                  <c:v>-0.11423729793399484</c:v>
                </c:pt>
                <c:pt idx="5">
                  <c:v>-9.8825612178715772E-2</c:v>
                </c:pt>
                <c:pt idx="6">
                  <c:v>-5.0844904820670389E-2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6" formatCode="0.0%;\-0.0%;0.0%">
                  <c:v>0.16042780748663077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2" formatCode="0.0%;\-0.0%;0.0%">
                  <c:v>2.5</c:v>
                </c:pt>
                <c:pt idx="3" formatCode="0.0%;\-0.0%;0.0%">
                  <c:v>2.4482758620689662</c:v>
                </c:pt>
                <c:pt idx="5" formatCode="0.0%;\-0.0%;0.0%">
                  <c:v>-0.27462024236217775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-1.51836695469727E-2</c:v>
                </c:pt>
                <c:pt idx="1">
                  <c:v>6.785466055921674E-2</c:v>
                </c:pt>
                <c:pt idx="2">
                  <c:v>1.1851166292804693E-2</c:v>
                </c:pt>
                <c:pt idx="3">
                  <c:v>0.15049077963208379</c:v>
                </c:pt>
                <c:pt idx="4">
                  <c:v>9.5416776531516145E-2</c:v>
                </c:pt>
                <c:pt idx="5">
                  <c:v>-0.21959200336492091</c:v>
                </c:pt>
                <c:pt idx="6">
                  <c:v>7.1723389137706928E-2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0.86956521739130432</c:v>
                </c:pt>
                <c:pt idx="1">
                  <c:v>0.89855072463768115</c:v>
                </c:pt>
                <c:pt idx="2">
                  <c:v>0.88888888888888884</c:v>
                </c:pt>
                <c:pt idx="3">
                  <c:v>0.90338164251207731</c:v>
                </c:pt>
                <c:pt idx="4">
                  <c:v>0.90338164251207731</c:v>
                </c:pt>
                <c:pt idx="5">
                  <c:v>0.90821256038647347</c:v>
                </c:pt>
                <c:pt idx="6">
                  <c:v>0.88888888888888884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0.87878787878787878</c:v>
                </c:pt>
                <c:pt idx="1">
                  <c:v>0.89830508474576276</c:v>
                </c:pt>
                <c:pt idx="2">
                  <c:v>0.84444444444444444</c:v>
                </c:pt>
                <c:pt idx="3">
                  <c:v>0.89189189189189189</c:v>
                </c:pt>
                <c:pt idx="4">
                  <c:v>0.90243902439024393</c:v>
                </c:pt>
                <c:pt idx="5">
                  <c:v>0.87179487179487181</c:v>
                </c:pt>
                <c:pt idx="6">
                  <c:v>0.86206896551724133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0.65432098765432101</c:v>
                </c:pt>
                <c:pt idx="1">
                  <c:v>0.66666666666666663</c:v>
                </c:pt>
                <c:pt idx="2">
                  <c:v>0.65020576131687247</c:v>
                </c:pt>
                <c:pt idx="3">
                  <c:v>0.66666666666666663</c:v>
                </c:pt>
                <c:pt idx="4">
                  <c:v>0.66255144032921809</c:v>
                </c:pt>
                <c:pt idx="5">
                  <c:v>0.66666666666666663</c:v>
                </c:pt>
                <c:pt idx="6">
                  <c:v>0.67078189300411528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0.87439613526570048</c:v>
                </c:pt>
                <c:pt idx="1">
                  <c:v>0.893719806763285</c:v>
                </c:pt>
                <c:pt idx="2">
                  <c:v>0.87922705314009664</c:v>
                </c:pt>
                <c:pt idx="3">
                  <c:v>0.89855072463768115</c:v>
                </c:pt>
                <c:pt idx="4">
                  <c:v>0.90338164251207731</c:v>
                </c:pt>
                <c:pt idx="5">
                  <c:v>0.88888888888888884</c:v>
                </c:pt>
                <c:pt idx="6">
                  <c:v>0.89855072463768115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0.87878787878787878</c:v>
                </c:pt>
                <c:pt idx="1">
                  <c:v>0.9</c:v>
                </c:pt>
                <c:pt idx="2">
                  <c:v>0.83333333333333337</c:v>
                </c:pt>
                <c:pt idx="3">
                  <c:v>0.93023255813953487</c:v>
                </c:pt>
                <c:pt idx="4">
                  <c:v>0.8936170212765957</c:v>
                </c:pt>
                <c:pt idx="5">
                  <c:v>0.84444444444444444</c:v>
                </c:pt>
                <c:pt idx="6">
                  <c:v>0.83783783783783783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0.65843621399176955</c:v>
                </c:pt>
                <c:pt idx="1">
                  <c:v>0.65020576131687247</c:v>
                </c:pt>
                <c:pt idx="2">
                  <c:v>0.60493827160493829</c:v>
                </c:pt>
                <c:pt idx="3">
                  <c:v>0.66666666666666663</c:v>
                </c:pt>
                <c:pt idx="4">
                  <c:v>0.67901234567901236</c:v>
                </c:pt>
                <c:pt idx="5">
                  <c:v>0.69135802469135799</c:v>
                </c:pt>
                <c:pt idx="6">
                  <c:v>0.67901234567901236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5.4353461737067128E-2</c:v>
                </c:pt>
                <c:pt idx="1">
                  <c:v>5.5847082883927604E-2</c:v>
                </c:pt>
                <c:pt idx="2">
                  <c:v>9.3217729198023555E-2</c:v>
                </c:pt>
                <c:pt idx="3">
                  <c:v>-2.3455207671847222E-2</c:v>
                </c:pt>
                <c:pt idx="4">
                  <c:v>2.5369717613096615E-2</c:v>
                </c:pt>
                <c:pt idx="5">
                  <c:v>-2.5577325573843058E-2</c:v>
                </c:pt>
                <c:pt idx="6">
                  <c:v>7.8481169082180627E-2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1.5788517120607328E-2</c:v>
                </c:pt>
                <c:pt idx="1">
                  <c:v>-4.3323601294917311E-3</c:v>
                </c:pt>
                <c:pt idx="2">
                  <c:v>2.9200145155923792E-2</c:v>
                </c:pt>
                <c:pt idx="3">
                  <c:v>-5.2773926249734147E-3</c:v>
                </c:pt>
                <c:pt idx="4">
                  <c:v>2.1081480323614114E-2</c:v>
                </c:pt>
                <c:pt idx="5">
                  <c:v>-1.0314761714437204E-2</c:v>
                </c:pt>
                <c:pt idx="6">
                  <c:v>2.7447360008589779E-2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6.1412833805037331E-4</c:v>
                </c:pt>
                <c:pt idx="1">
                  <c:v>5.0152479324817034E-3</c:v>
                </c:pt>
                <c:pt idx="2">
                  <c:v>1.0179462432501872E-4</c:v>
                </c:pt>
                <c:pt idx="3">
                  <c:v>2.9207687110662135E-4</c:v>
                </c:pt>
                <c:pt idx="4">
                  <c:v>9.939358888448708E-4</c:v>
                </c:pt>
                <c:pt idx="5">
                  <c:v>1.4991184434851531E-3</c:v>
                </c:pt>
                <c:pt idx="6">
                  <c:v>1.0910051082735248E-3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-2.9477352688546078E-3</c:v>
                </c:pt>
                <c:pt idx="1">
                  <c:v>-2.1879935288242344E-4</c:v>
                </c:pt>
                <c:pt idx="2">
                  <c:v>-2.1305851602910894E-3</c:v>
                </c:pt>
                <c:pt idx="3">
                  <c:v>-5.7576445481962693E-4</c:v>
                </c:pt>
                <c:pt idx="4">
                  <c:v>-5.1840888061712169E-4</c:v>
                </c:pt>
                <c:pt idx="5">
                  <c:v>-2.8460160031013983E-3</c:v>
                </c:pt>
                <c:pt idx="6">
                  <c:v>-7.3297773338483951E-4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-2.5005640329419823E-5</c:v>
                </c:pt>
                <c:pt idx="2">
                  <c:v>2.3673168447678771E-5</c:v>
                </c:pt>
                <c:pt idx="4">
                  <c:v>0</c:v>
                </c:pt>
                <c:pt idx="5">
                  <c:v>-1.5282319431521284E-6</c:v>
                </c:pt>
                <c:pt idx="6">
                  <c:v>1.5873455041621017E-6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3.2131621120509858E-2</c:v>
                </c:pt>
                <c:pt idx="1">
                  <c:v>-5.7654011403538282E-3</c:v>
                </c:pt>
                <c:pt idx="2">
                  <c:v>5.2087798551345876E-2</c:v>
                </c:pt>
                <c:pt idx="3">
                  <c:v>5.1403901078983377E-2</c:v>
                </c:pt>
                <c:pt idx="4">
                  <c:v>6.0582988287797672E-2</c:v>
                </c:pt>
                <c:pt idx="5">
                  <c:v>-8.1221408180667171E-2</c:v>
                </c:pt>
                <c:pt idx="6">
                  <c:v>3.7753714213604371E-2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3.0772001166205189E-2</c:v>
                </c:pt>
                <c:pt idx="1">
                  <c:v>-1.4684610241675515E-2</c:v>
                </c:pt>
                <c:pt idx="2">
                  <c:v>1.5026947018241947E-2</c:v>
                </c:pt>
                <c:pt idx="3">
                  <c:v>5.9515865300579767E-3</c:v>
                </c:pt>
                <c:pt idx="4">
                  <c:v>4.9783962667709965E-2</c:v>
                </c:pt>
                <c:pt idx="5">
                  <c:v>-3.3950330881466491E-2</c:v>
                </c:pt>
                <c:pt idx="6">
                  <c:v>2.4958822602741446E-2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1.0528241412099187E-3</c:v>
                </c:pt>
                <c:pt idx="1">
                  <c:v>6.891953174152218E-4</c:v>
                </c:pt>
                <c:pt idx="2">
                  <c:v>1.2823190189893127E-4</c:v>
                </c:pt>
                <c:pt idx="3">
                  <c:v>3.7378236584175075E-3</c:v>
                </c:pt>
                <c:pt idx="4">
                  <c:v>1.2013347803464876E-3</c:v>
                </c:pt>
                <c:pt idx="5">
                  <c:v>1.1442207717717958E-3</c:v>
                </c:pt>
                <c:pt idx="6">
                  <c:v>1.0557249572555108E-3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-8.2892036457251532E-4</c:v>
                </c:pt>
                <c:pt idx="1">
                  <c:v>-1.7861719994909455E-3</c:v>
                </c:pt>
                <c:pt idx="2">
                  <c:v>-3.4943193267458765E-3</c:v>
                </c:pt>
                <c:pt idx="3">
                  <c:v>-3.0997846510718799E-4</c:v>
                </c:pt>
                <c:pt idx="4">
                  <c:v>-5.6332860645977193E-4</c:v>
                </c:pt>
                <c:pt idx="5">
                  <c:v>-1.607462131480173E-4</c:v>
                </c:pt>
                <c:pt idx="6">
                  <c:v>-1.0903659324154572E-3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-1.9055640564885409E-5</c:v>
                </c:pt>
                <c:pt idx="1">
                  <c:v>1.7924455589472608E-5</c:v>
                </c:pt>
                <c:pt idx="2">
                  <c:v>0</c:v>
                </c:pt>
                <c:pt idx="4">
                  <c:v>-8.1171268942330251E-5</c:v>
                </c:pt>
                <c:pt idx="5">
                  <c:v>7.3066460521826058E-5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0.9285714285714286</c:v>
                </c:pt>
                <c:pt idx="1">
                  <c:v>0.63636363636363635</c:v>
                </c:pt>
                <c:pt idx="2">
                  <c:v>0.8666666666666667</c:v>
                </c:pt>
                <c:pt idx="3">
                  <c:v>0.8</c:v>
                </c:pt>
                <c:pt idx="4">
                  <c:v>0.8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6.6666666666666666E-2</c:v>
                </c:pt>
                <c:pt idx="3">
                  <c:v>0.1</c:v>
                </c:pt>
                <c:pt idx="4">
                  <c:v>0.2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7.1428571428571425E-2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0.36363636363636365</c:v>
                </c:pt>
                <c:pt idx="2">
                  <c:v>6.6666666666666666E-2</c:v>
                </c:pt>
                <c:pt idx="3">
                  <c:v>0.1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0.91666666666666663</c:v>
                </c:pt>
                <c:pt idx="1">
                  <c:v>0.7</c:v>
                </c:pt>
                <c:pt idx="2">
                  <c:v>0.8571428571428571</c:v>
                </c:pt>
                <c:pt idx="3">
                  <c:v>0.42857142857142855</c:v>
                </c:pt>
                <c:pt idx="4">
                  <c:v>0.7142857142857143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0.14285714285714285</c:v>
                </c:pt>
                <c:pt idx="3">
                  <c:v>0.14285714285714285</c:v>
                </c:pt>
                <c:pt idx="4">
                  <c:v>0.14285714285714285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8.3333333333333329E-2</c:v>
                </c:pt>
                <c:pt idx="1">
                  <c:v>0</c:v>
                </c:pt>
                <c:pt idx="2">
                  <c:v>0</c:v>
                </c:pt>
                <c:pt idx="3">
                  <c:v>0.14285714285714285</c:v>
                </c:pt>
                <c:pt idx="4">
                  <c:v>0.14285714285714285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0.3</c:v>
                </c:pt>
                <c:pt idx="2">
                  <c:v>0</c:v>
                </c:pt>
                <c:pt idx="3">
                  <c:v>0.2857142857142857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5.3674246846537432E-2</c:v>
                </c:pt>
                <c:pt idx="1">
                  <c:v>4.541677419876855E-2</c:v>
                </c:pt>
                <c:pt idx="2">
                  <c:v>0.10218871223059489</c:v>
                </c:pt>
                <c:pt idx="3">
                  <c:v>-4.6063076411224091E-2</c:v>
                </c:pt>
                <c:pt idx="4">
                  <c:v>4.9620672418942524E-2</c:v>
                </c:pt>
                <c:pt idx="5">
                  <c:v>-3.079331228870319E-2</c:v>
                </c:pt>
                <c:pt idx="6">
                  <c:v>8.6559661381617303E-2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0.23076923076923084</c:v>
                </c:pt>
                <c:pt idx="1">
                  <c:v>-0.27819548872180444</c:v>
                </c:pt>
                <c:pt idx="4">
                  <c:v>-0.61843640606767791</c:v>
                </c:pt>
                <c:pt idx="5">
                  <c:v>-0.1667733858481536</c:v>
                </c:pt>
                <c:pt idx="6">
                  <c:v>-8.9468376325676391E-2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2.0356440461466674E-2</c:v>
                </c:pt>
                <c:pt idx="1">
                  <c:v>0.62463165193274395</c:v>
                </c:pt>
                <c:pt idx="2">
                  <c:v>0.44784856045488786</c:v>
                </c:pt>
                <c:pt idx="3">
                  <c:v>0.28482972136222928</c:v>
                </c:pt>
                <c:pt idx="4">
                  <c:v>0.14285714285714302</c:v>
                </c:pt>
                <c:pt idx="5">
                  <c:v>0.49656840684068393</c:v>
                </c:pt>
                <c:pt idx="6">
                  <c:v>0.3036981695928278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8.1587594423666365E-2</c:v>
                </c:pt>
                <c:pt idx="1">
                  <c:v>-2.2062269139135338E-2</c:v>
                </c:pt>
                <c:pt idx="2">
                  <c:v>0.15834467040032396</c:v>
                </c:pt>
                <c:pt idx="3">
                  <c:v>-2.7751348455579472E-2</c:v>
                </c:pt>
                <c:pt idx="4">
                  <c:v>0.1108401165815931</c:v>
                </c:pt>
                <c:pt idx="5">
                  <c:v>-5.1596551691379111E-2</c:v>
                </c:pt>
                <c:pt idx="6">
                  <c:v>0.13879475997131241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5543235881733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8.8120362296919774E-2</c:v>
                </c:pt>
                <c:pt idx="1">
                  <c:v>-2.9385900410280219E-2</c:v>
                </c:pt>
                <c:pt idx="2">
                  <c:v>6.8783848395274072E-2</c:v>
                </c:pt>
                <c:pt idx="3">
                  <c:v>6.2810730210241417E-2</c:v>
                </c:pt>
                <c:pt idx="4">
                  <c:v>8.5363994740501159E-2</c:v>
                </c:pt>
                <c:pt idx="5">
                  <c:v>-0.11461700969879318</c:v>
                </c:pt>
                <c:pt idx="6">
                  <c:v>5.3522402162786253E-2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-0.3125</c:v>
                </c:pt>
                <c:pt idx="1">
                  <c:v>0.625</c:v>
                </c:pt>
                <c:pt idx="4">
                  <c:v>-0.3420558683890913</c:v>
                </c:pt>
                <c:pt idx="5">
                  <c:v>9.2918596955658517E-2</c:v>
                </c:pt>
                <c:pt idx="6">
                  <c:v>-0.19294932326093794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5.3704229349985866E-2</c:v>
                </c:pt>
                <c:pt idx="1">
                  <c:v>0.36412508518210052</c:v>
                </c:pt>
                <c:pt idx="2">
                  <c:v>0.23079396487756609</c:v>
                </c:pt>
                <c:pt idx="3">
                  <c:v>5.8064516129032295E-2</c:v>
                </c:pt>
                <c:pt idx="4">
                  <c:v>1</c:v>
                </c:pt>
                <c:pt idx="5">
                  <c:v>-7.0785597381342158E-2</c:v>
                </c:pt>
                <c:pt idx="6">
                  <c:v>0.57009345794392541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0.12260974211599263</c:v>
                </c:pt>
                <c:pt idx="1">
                  <c:v>-5.5575906818351672E-2</c:v>
                </c:pt>
                <c:pt idx="2">
                  <c:v>5.9571099701527297E-2</c:v>
                </c:pt>
                <c:pt idx="3">
                  <c:v>2.3704679204905377E-2</c:v>
                </c:pt>
                <c:pt idx="4">
                  <c:v>0.20299467789339887</c:v>
                </c:pt>
                <c:pt idx="5">
                  <c:v>-0.12739630628852194</c:v>
                </c:pt>
                <c:pt idx="6">
                  <c:v>9.5008602609667703E-2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0.88957055214723924</c:v>
                </c:pt>
                <c:pt idx="1">
                  <c:v>0.85276073619631898</c:v>
                </c:pt>
                <c:pt idx="2">
                  <c:v>0.84662576687116564</c:v>
                </c:pt>
                <c:pt idx="3">
                  <c:v>0.86503067484662577</c:v>
                </c:pt>
                <c:pt idx="4">
                  <c:v>0.87730061349693256</c:v>
                </c:pt>
                <c:pt idx="5">
                  <c:v>0.87730061349693256</c:v>
                </c:pt>
                <c:pt idx="6">
                  <c:v>0.8834355828220859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0.9642857142857143</c:v>
                </c:pt>
                <c:pt idx="1">
                  <c:v>1</c:v>
                </c:pt>
                <c:pt idx="2">
                  <c:v>1</c:v>
                </c:pt>
                <c:pt idx="3">
                  <c:v>0.88888888888888884</c:v>
                </c:pt>
                <c:pt idx="4">
                  <c:v>0.94117647058823528</c:v>
                </c:pt>
                <c:pt idx="5">
                  <c:v>0.9285714285714286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0.49833887043189368</c:v>
                </c:pt>
                <c:pt idx="1">
                  <c:v>0.48837209302325579</c:v>
                </c:pt>
                <c:pt idx="2">
                  <c:v>0.46511627906976744</c:v>
                </c:pt>
                <c:pt idx="3">
                  <c:v>0.48172757475083056</c:v>
                </c:pt>
                <c:pt idx="4">
                  <c:v>0.50498338870431891</c:v>
                </c:pt>
                <c:pt idx="5">
                  <c:v>0.49501661129568109</c:v>
                </c:pt>
                <c:pt idx="6">
                  <c:v>0.50498338870431891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0.85889570552147243</c:v>
                </c:pt>
                <c:pt idx="1">
                  <c:v>0.81595092024539873</c:v>
                </c:pt>
                <c:pt idx="2">
                  <c:v>0.78527607361963192</c:v>
                </c:pt>
                <c:pt idx="3">
                  <c:v>0.82208588957055218</c:v>
                </c:pt>
                <c:pt idx="4">
                  <c:v>0.85276073619631898</c:v>
                </c:pt>
                <c:pt idx="5">
                  <c:v>0.81595092024539873</c:v>
                </c:pt>
                <c:pt idx="6">
                  <c:v>0.8404907975460123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0.96666666666666667</c:v>
                </c:pt>
                <c:pt idx="1">
                  <c:v>0.96</c:v>
                </c:pt>
                <c:pt idx="2">
                  <c:v>0.95</c:v>
                </c:pt>
                <c:pt idx="3">
                  <c:v>0.76190476190476186</c:v>
                </c:pt>
                <c:pt idx="4">
                  <c:v>0.95</c:v>
                </c:pt>
                <c:pt idx="5">
                  <c:v>0.875</c:v>
                </c:pt>
                <c:pt idx="6">
                  <c:v>0.7857142857142857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0.44518272425249167</c:v>
                </c:pt>
                <c:pt idx="1">
                  <c:v>0.43521594684385384</c:v>
                </c:pt>
                <c:pt idx="2">
                  <c:v>0.42524916943521596</c:v>
                </c:pt>
                <c:pt idx="3">
                  <c:v>0.44850498338870431</c:v>
                </c:pt>
                <c:pt idx="4">
                  <c:v>0.47176079734219267</c:v>
                </c:pt>
                <c:pt idx="5">
                  <c:v>0.43521594684385384</c:v>
                </c:pt>
                <c:pt idx="6">
                  <c:v>0.43189368770764119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0.12873288371329841</c:v>
                </c:pt>
                <c:pt idx="1">
                  <c:v>3.4652686831346279E-2</c:v>
                </c:pt>
                <c:pt idx="2">
                  <c:v>5.5447771526264837E-2</c:v>
                </c:pt>
                <c:pt idx="3">
                  <c:v>-5.5513914406556076E-3</c:v>
                </c:pt>
                <c:pt idx="4">
                  <c:v>0.1367453991976072</c:v>
                </c:pt>
                <c:pt idx="5">
                  <c:v>5.3776220957453026E-2</c:v>
                </c:pt>
                <c:pt idx="6">
                  <c:v>0.11967988388780039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4.9092439488550221E-3</c:v>
                </c:pt>
                <c:pt idx="1">
                  <c:v>1.0050118630491465E-2</c:v>
                </c:pt>
                <c:pt idx="2">
                  <c:v>6.3361719569714316E-3</c:v>
                </c:pt>
                <c:pt idx="3">
                  <c:v>2.0478854837441315E-2</c:v>
                </c:pt>
                <c:pt idx="4">
                  <c:v>-4.1752124291967374E-3</c:v>
                </c:pt>
                <c:pt idx="5">
                  <c:v>2.0528185375662694E-3</c:v>
                </c:pt>
                <c:pt idx="6">
                  <c:v>2.5554621337226781E-2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1.304853595458336E-3</c:v>
                </c:pt>
                <c:pt idx="1">
                  <c:v>3.2653671072685408E-3</c:v>
                </c:pt>
                <c:pt idx="2">
                  <c:v>1.6635961673799608E-3</c:v>
                </c:pt>
                <c:pt idx="3">
                  <c:v>1.330233436411823E-3</c:v>
                </c:pt>
                <c:pt idx="4">
                  <c:v>4.2871801605929754E-3</c:v>
                </c:pt>
                <c:pt idx="5">
                  <c:v>2.4081189267814401E-3</c:v>
                </c:pt>
                <c:pt idx="6">
                  <c:v>6.8053001255791229E-3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-2.9716426155580824E-3</c:v>
                </c:pt>
                <c:pt idx="1">
                  <c:v>-4.5990076556953266E-3</c:v>
                </c:pt>
                <c:pt idx="2">
                  <c:v>-8.4384584853623452E-3</c:v>
                </c:pt>
                <c:pt idx="3">
                  <c:v>-2.1051591490181582E-3</c:v>
                </c:pt>
                <c:pt idx="4">
                  <c:v>-1.0692108863238465E-3</c:v>
                </c:pt>
                <c:pt idx="5">
                  <c:v>-1.0140006216812623E-2</c:v>
                </c:pt>
                <c:pt idx="6">
                  <c:v>-1.9079500358391214E-3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2.7046031979701562E-4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9.674164095672301E-2</c:v>
                </c:pt>
                <c:pt idx="1">
                  <c:v>1.6665343679805579E-2</c:v>
                </c:pt>
                <c:pt idx="2">
                  <c:v>6.4014738196852244E-2</c:v>
                </c:pt>
                <c:pt idx="3">
                  <c:v>3.3826289914088592E-2</c:v>
                </c:pt>
                <c:pt idx="4">
                  <c:v>0.10552976574657602</c:v>
                </c:pt>
                <c:pt idx="5">
                  <c:v>1.9627314581442918E-2</c:v>
                </c:pt>
                <c:pt idx="6">
                  <c:v>7.5043819925635774E-2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2.0909951373886414E-2</c:v>
                </c:pt>
                <c:pt idx="1">
                  <c:v>-1.8435285561350472E-2</c:v>
                </c:pt>
                <c:pt idx="2">
                  <c:v>2.0678241144276358E-2</c:v>
                </c:pt>
                <c:pt idx="3">
                  <c:v>2.2573372399066392E-2</c:v>
                </c:pt>
                <c:pt idx="4">
                  <c:v>1.290473117025099E-2</c:v>
                </c:pt>
                <c:pt idx="5">
                  <c:v>4.7551836542662519E-3</c:v>
                </c:pt>
                <c:pt idx="6">
                  <c:v>1.3361101298944812E-2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1.0847549065651276E-2</c:v>
                </c:pt>
                <c:pt idx="1">
                  <c:v>4.7734796199237518E-3</c:v>
                </c:pt>
                <c:pt idx="2">
                  <c:v>6.2305899367901818E-3</c:v>
                </c:pt>
                <c:pt idx="3">
                  <c:v>2.6915627948552417E-3</c:v>
                </c:pt>
                <c:pt idx="4">
                  <c:v>4.4558768461875715E-3</c:v>
                </c:pt>
                <c:pt idx="5">
                  <c:v>9.0398897738347276E-4</c:v>
                </c:pt>
                <c:pt idx="6">
                  <c:v>2.4190942710155673E-3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-5.8669248498948723E-3</c:v>
                </c:pt>
                <c:pt idx="1">
                  <c:v>-6.1658339000722978E-3</c:v>
                </c:pt>
                <c:pt idx="2">
                  <c:v>-7.457338214500165E-3</c:v>
                </c:pt>
                <c:pt idx="3">
                  <c:v>-3.4563241793713071E-3</c:v>
                </c:pt>
                <c:pt idx="4">
                  <c:v>-3.1066945409863518E-3</c:v>
                </c:pt>
                <c:pt idx="5">
                  <c:v>-2.1605000504083073E-2</c:v>
                </c:pt>
                <c:pt idx="6">
                  <c:v>-2.0390704651190041E-3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0">
                  <c:v>-2.4084256362458428E-5</c:v>
                </c:pt>
                <c:pt idx="1">
                  <c:v>0</c:v>
                </c:pt>
                <c:pt idx="2">
                  <c:v>0</c:v>
                </c:pt>
                <c:pt idx="4">
                  <c:v>9.4085237461730825E-5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0.77777777777777779</c:v>
                </c:pt>
                <c:pt idx="1">
                  <c:v>0.9285714285714286</c:v>
                </c:pt>
                <c:pt idx="2">
                  <c:v>0.91666666666666663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0.1111111111111111</c:v>
                </c:pt>
                <c:pt idx="1">
                  <c:v>7.1428571428571425E-2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0.1111111111111111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8.3333333333333329E-2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0.83333333333333337</c:v>
                </c:pt>
                <c:pt idx="1">
                  <c:v>1</c:v>
                </c:pt>
                <c:pt idx="2">
                  <c:v>0.83333333333333337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0.16666666666666666</c:v>
                </c:pt>
                <c:pt idx="1">
                  <c:v>0</c:v>
                </c:pt>
                <c:pt idx="2">
                  <c:v>8.3333333333333329E-2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8.3333333333333329E-2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0.14425639838192161</c:v>
                </c:pt>
                <c:pt idx="1">
                  <c:v>3.5916368816355293E-2</c:v>
                </c:pt>
                <c:pt idx="2">
                  <c:v>5.3406268611424945E-2</c:v>
                </c:pt>
                <c:pt idx="3">
                  <c:v>-9.0794248060290794E-3</c:v>
                </c:pt>
                <c:pt idx="4">
                  <c:v>0.152105329167598</c:v>
                </c:pt>
                <c:pt idx="5">
                  <c:v>5.1836747462845612E-2</c:v>
                </c:pt>
                <c:pt idx="6">
                  <c:v>0.13492775210876973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0.33333333333333348</c:v>
                </c:pt>
                <c:pt idx="1">
                  <c:v>-9.6894409937888337E-2</c:v>
                </c:pt>
                <c:pt idx="5">
                  <c:v>2.84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0.5199465133316723</c:v>
                </c:pt>
                <c:pt idx="1">
                  <c:v>0.21790878867873054</c:v>
                </c:pt>
                <c:pt idx="2">
                  <c:v>0.17868755443814188</c:v>
                </c:pt>
                <c:pt idx="3">
                  <c:v>0.75</c:v>
                </c:pt>
                <c:pt idx="4">
                  <c:v>4.3576536216163424</c:v>
                </c:pt>
                <c:pt idx="5">
                  <c:v>0.36221453914077895</c:v>
                </c:pt>
                <c:pt idx="6">
                  <c:v>-0.18604772344766152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4.6513139831862338E-2</c:v>
                </c:pt>
                <c:pt idx="1">
                  <c:v>0.10644876792363211</c:v>
                </c:pt>
                <c:pt idx="2">
                  <c:v>6.6828885653532621E-2</c:v>
                </c:pt>
                <c:pt idx="3">
                  <c:v>0.21484136120048336</c:v>
                </c:pt>
                <c:pt idx="4">
                  <c:v>-3.6488272929733778E-2</c:v>
                </c:pt>
                <c:pt idx="5">
                  <c:v>2.2631911270512672E-2</c:v>
                </c:pt>
                <c:pt idx="6">
                  <c:v>0.28748445210729234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5543235881733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0.12560554839159366</c:v>
                </c:pt>
                <c:pt idx="1">
                  <c:v>2.6422579570576366E-2</c:v>
                </c:pt>
                <c:pt idx="2">
                  <c:v>6.8769137422568294E-2</c:v>
                </c:pt>
                <c:pt idx="3">
                  <c:v>4.3299261783077858E-2</c:v>
                </c:pt>
                <c:pt idx="4">
                  <c:v>0.11677296024643913</c:v>
                </c:pt>
                <c:pt idx="5">
                  <c:v>3.0037993727210166E-2</c:v>
                </c:pt>
                <c:pt idx="6">
                  <c:v>7.9954474034084067E-2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1">
                  <c:v>-0.10349854227405242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0.29695885509838993</c:v>
                </c:pt>
                <c:pt idx="1">
                  <c:v>1.1835221211967228E-2</c:v>
                </c:pt>
                <c:pt idx="2">
                  <c:v>0.38410555004955405</c:v>
                </c:pt>
                <c:pt idx="3">
                  <c:v>4</c:v>
                </c:pt>
                <c:pt idx="4">
                  <c:v>1.4903030303030302</c:v>
                </c:pt>
                <c:pt idx="5">
                  <c:v>0.16431451612903247</c:v>
                </c:pt>
                <c:pt idx="6">
                  <c:v>0.38483446066215743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0.13301058630674256</c:v>
                </c:pt>
                <c:pt idx="1">
                  <c:v>-0.11368657802474036</c:v>
                </c:pt>
                <c:pt idx="2">
                  <c:v>0.14614705971829278</c:v>
                </c:pt>
                <c:pt idx="3">
                  <c:v>0.14844229638821771</c:v>
                </c:pt>
                <c:pt idx="4">
                  <c:v>7.8267121646143023E-2</c:v>
                </c:pt>
                <c:pt idx="5">
                  <c:v>3.3694086271148338E-2</c:v>
                </c:pt>
                <c:pt idx="6">
                  <c:v>9.2650421982563458E-2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0.91228070175438591</c:v>
                </c:pt>
                <c:pt idx="1">
                  <c:v>0.92982456140350878</c:v>
                </c:pt>
                <c:pt idx="2">
                  <c:v>0.92105263157894735</c:v>
                </c:pt>
                <c:pt idx="3">
                  <c:v>0.90350877192982459</c:v>
                </c:pt>
                <c:pt idx="4">
                  <c:v>0.89473684210526316</c:v>
                </c:pt>
                <c:pt idx="5">
                  <c:v>0.89473684210526316</c:v>
                </c:pt>
                <c:pt idx="6">
                  <c:v>0.92105263157894735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0.92307692307692313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0.94444444444444442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0.43956043956043955</c:v>
                </c:pt>
                <c:pt idx="1">
                  <c:v>0.45054945054945056</c:v>
                </c:pt>
                <c:pt idx="2">
                  <c:v>0.46153846153846156</c:v>
                </c:pt>
                <c:pt idx="3">
                  <c:v>0.40659340659340659</c:v>
                </c:pt>
                <c:pt idx="4">
                  <c:v>0.45054945054945056</c:v>
                </c:pt>
                <c:pt idx="5">
                  <c:v>0.46153846153846156</c:v>
                </c:pt>
                <c:pt idx="6">
                  <c:v>0.47252747252747251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0.90350877192982459</c:v>
                </c:pt>
                <c:pt idx="1">
                  <c:v>0.94736842105263153</c:v>
                </c:pt>
                <c:pt idx="2">
                  <c:v>0.90350877192982459</c:v>
                </c:pt>
                <c:pt idx="3">
                  <c:v>0.94736842105263153</c:v>
                </c:pt>
                <c:pt idx="4">
                  <c:v>0.89473684210526316</c:v>
                </c:pt>
                <c:pt idx="5">
                  <c:v>0.92982456140350878</c:v>
                </c:pt>
                <c:pt idx="6">
                  <c:v>0.90350877192982459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0.94444444444444442</c:v>
                </c:pt>
                <c:pt idx="1">
                  <c:v>0.94736842105263153</c:v>
                </c:pt>
                <c:pt idx="2">
                  <c:v>0.95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0.45054945054945056</c:v>
                </c:pt>
                <c:pt idx="1">
                  <c:v>0.39560439560439559</c:v>
                </c:pt>
                <c:pt idx="2">
                  <c:v>0.43956043956043955</c:v>
                </c:pt>
                <c:pt idx="3">
                  <c:v>0.4175824175824176</c:v>
                </c:pt>
                <c:pt idx="4">
                  <c:v>0.46153846153846156</c:v>
                </c:pt>
                <c:pt idx="5">
                  <c:v>0.47252747252747251</c:v>
                </c:pt>
                <c:pt idx="6">
                  <c:v>0.42857142857142855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5.7118547965974133E-2</c:v>
                </c:pt>
                <c:pt idx="1">
                  <c:v>-2.9670378689024394E-2</c:v>
                </c:pt>
                <c:pt idx="2">
                  <c:v>3.1374757818588366E-3</c:v>
                </c:pt>
                <c:pt idx="3">
                  <c:v>-5.9424680072077303E-2</c:v>
                </c:pt>
                <c:pt idx="4">
                  <c:v>-9.6646352116656106E-2</c:v>
                </c:pt>
                <c:pt idx="5">
                  <c:v>6.2921895775639336E-2</c:v>
                </c:pt>
                <c:pt idx="6">
                  <c:v>0.23670123577821026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-7.9167128869478097E-3</c:v>
                </c:pt>
                <c:pt idx="1">
                  <c:v>3.6891714126494521E-3</c:v>
                </c:pt>
                <c:pt idx="2">
                  <c:v>3.5022203681951579E-3</c:v>
                </c:pt>
                <c:pt idx="3">
                  <c:v>-3.4496912187948355E-3</c:v>
                </c:pt>
                <c:pt idx="4">
                  <c:v>-1.5702012744456019E-2</c:v>
                </c:pt>
                <c:pt idx="5">
                  <c:v>4.0051989850233855E-3</c:v>
                </c:pt>
                <c:pt idx="6">
                  <c:v>1.799328029392477E-2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1.3709813775492593E-3</c:v>
                </c:pt>
                <c:pt idx="1">
                  <c:v>2.1771965656252663E-4</c:v>
                </c:pt>
                <c:pt idx="2">
                  <c:v>7.7113618777734474E-4</c:v>
                </c:pt>
                <c:pt idx="3">
                  <c:v>6.8214821234589465E-6</c:v>
                </c:pt>
                <c:pt idx="4">
                  <c:v>8.4327471057421652E-4</c:v>
                </c:pt>
                <c:pt idx="5">
                  <c:v>1.2488382623080534E-2</c:v>
                </c:pt>
                <c:pt idx="6">
                  <c:v>5.1096561663618856E-4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-6.4225665592299161E-3</c:v>
                </c:pt>
                <c:pt idx="1">
                  <c:v>-1.1718679757102769E-4</c:v>
                </c:pt>
                <c:pt idx="2">
                  <c:v>-3.150199152131417E-4</c:v>
                </c:pt>
                <c:pt idx="3">
                  <c:v>-1.3130506612024908E-4</c:v>
                </c:pt>
                <c:pt idx="4">
                  <c:v>-1.2933415738145661E-2</c:v>
                </c:pt>
                <c:pt idx="5">
                  <c:v>-5.4156080605285801E-3</c:v>
                </c:pt>
                <c:pt idx="6">
                  <c:v>-2.6518630164316909E-4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6.7629504985385003E-2</c:v>
                </c:pt>
                <c:pt idx="1">
                  <c:v>-4.3677322372930115E-2</c:v>
                </c:pt>
                <c:pt idx="2">
                  <c:v>4.6479276438933809E-3</c:v>
                </c:pt>
                <c:pt idx="3">
                  <c:v>5.6047633515044909E-2</c:v>
                </c:pt>
                <c:pt idx="4">
                  <c:v>-0.11465511687010063</c:v>
                </c:pt>
                <c:pt idx="5">
                  <c:v>0.14699939919537847</c:v>
                </c:pt>
                <c:pt idx="6">
                  <c:v>0.11462289071872445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-4.8949795298757707E-3</c:v>
                </c:pt>
                <c:pt idx="1">
                  <c:v>1.247013644775535E-3</c:v>
                </c:pt>
                <c:pt idx="2">
                  <c:v>-4.7155090130006718E-4</c:v>
                </c:pt>
                <c:pt idx="3">
                  <c:v>-3.1195790905273499E-3</c:v>
                </c:pt>
                <c:pt idx="4">
                  <c:v>-1.97866628485521E-2</c:v>
                </c:pt>
                <c:pt idx="5">
                  <c:v>2.7040433052535322E-3</c:v>
                </c:pt>
                <c:pt idx="6">
                  <c:v>2.0325137991727794E-2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4.5856771452467061E-4</c:v>
                </c:pt>
                <c:pt idx="1">
                  <c:v>5.7899646884528564E-5</c:v>
                </c:pt>
                <c:pt idx="2">
                  <c:v>3.5461235250745862E-3</c:v>
                </c:pt>
                <c:pt idx="3">
                  <c:v>2.2616571463465567E-4</c:v>
                </c:pt>
                <c:pt idx="4">
                  <c:v>1.1769338153702978E-3</c:v>
                </c:pt>
                <c:pt idx="5">
                  <c:v>9.4895019743741187E-3</c:v>
                </c:pt>
                <c:pt idx="6">
                  <c:v>8.7859354978064342E-4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-1.0002315920840131E-4</c:v>
                </c:pt>
                <c:pt idx="1">
                  <c:v>-4.504592527616323E-3</c:v>
                </c:pt>
                <c:pt idx="2">
                  <c:v>-4.8597838459266281E-4</c:v>
                </c:pt>
                <c:pt idx="3">
                  <c:v>-8.8958514422964551E-5</c:v>
                </c:pt>
                <c:pt idx="4">
                  <c:v>-1.9533951390628919E-2</c:v>
                </c:pt>
                <c:pt idx="5">
                  <c:v>-1.210059379100956E-3</c:v>
                </c:pt>
                <c:pt idx="6">
                  <c:v>-7.3118831966794426E-4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0.0%;\-0.0%;0.0%</c:formatCode>
                <c:ptCount val="7"/>
                <c:pt idx="1">
                  <c:v>0</c:v>
                </c:pt>
                <c:pt idx="2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0.33333333333333331</c:v>
                </c:pt>
                <c:pt idx="1">
                  <c:v>0.8</c:v>
                </c:pt>
                <c:pt idx="2">
                  <c:v>0.77777777777777779</c:v>
                </c:pt>
                <c:pt idx="3">
                  <c:v>1</c:v>
                </c:pt>
                <c:pt idx="4">
                  <c:v>1</c:v>
                </c:pt>
                <c:pt idx="5">
                  <c:v>0.8571428571428571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0.33333333333333331</c:v>
                </c:pt>
                <c:pt idx="1">
                  <c:v>0</c:v>
                </c:pt>
                <c:pt idx="2">
                  <c:v>0.22222222222222221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0.33333333333333331</c:v>
                </c:pt>
                <c:pt idx="1">
                  <c:v>0.2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0.14285714285714285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0.6</c:v>
                </c:pt>
                <c:pt idx="1">
                  <c:v>1</c:v>
                </c:pt>
                <c:pt idx="2">
                  <c:v>0.7142857142857143</c:v>
                </c:pt>
                <c:pt idx="3">
                  <c:v>0.66666666666666663</c:v>
                </c:pt>
                <c:pt idx="4">
                  <c:v>0.8</c:v>
                </c:pt>
                <c:pt idx="5">
                  <c:v>0.8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0.16666666666666666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0.2</c:v>
                </c:pt>
                <c:pt idx="1">
                  <c:v>0</c:v>
                </c:pt>
                <c:pt idx="2">
                  <c:v>0.2857142857142857</c:v>
                </c:pt>
                <c:pt idx="3">
                  <c:v>0</c:v>
                </c:pt>
                <c:pt idx="4">
                  <c:v>0.2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0.2</c:v>
                </c:pt>
                <c:pt idx="1">
                  <c:v>0</c:v>
                </c:pt>
                <c:pt idx="2">
                  <c:v>0</c:v>
                </c:pt>
                <c:pt idx="3">
                  <c:v>0.16666666666666666</c:v>
                </c:pt>
                <c:pt idx="4">
                  <c:v>0</c:v>
                </c:pt>
                <c:pt idx="5">
                  <c:v>0.2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5.5362576835053856E-2</c:v>
                </c:pt>
                <c:pt idx="1">
                  <c:v>-2.6515503205790103E-2</c:v>
                </c:pt>
                <c:pt idx="2">
                  <c:v>5.6351889746916184E-2</c:v>
                </c:pt>
                <c:pt idx="3">
                  <c:v>-6.4049751660001264E-2</c:v>
                </c:pt>
                <c:pt idx="4">
                  <c:v>1.6493203750402197E-2</c:v>
                </c:pt>
                <c:pt idx="5">
                  <c:v>-1.5171161478474082E-2</c:v>
                </c:pt>
                <c:pt idx="6">
                  <c:v>0.25990650332393184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1">
                  <c:v>-0.40830711913647355</c:v>
                </c:pt>
                <c:pt idx="2">
                  <c:v>-0.72452310683156362</c:v>
                </c:pt>
                <c:pt idx="3">
                  <c:v>-0.40007411067193677</c:v>
                </c:pt>
                <c:pt idx="4">
                  <c:v>-0.78492548044670551</c:v>
                </c:pt>
                <c:pt idx="5">
                  <c:v>3.4000000000000004</c:v>
                </c:pt>
                <c:pt idx="6">
                  <c:v>-0.50769230769230766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9.9999999999999982</c:v>
                </c:pt>
                <c:pt idx="1">
                  <c:v>0.11111111111111116</c:v>
                </c:pt>
                <c:pt idx="2">
                  <c:v>0.1626344086021505</c:v>
                </c:pt>
                <c:pt idx="4">
                  <c:v>0.58630530701738692</c:v>
                </c:pt>
                <c:pt idx="5">
                  <c:v>1.4109975005680533</c:v>
                </c:pt>
                <c:pt idx="6">
                  <c:v>0.29486977045395357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-0.1138030646120497</c:v>
                </c:pt>
                <c:pt idx="1">
                  <c:v>6.1278920578528906E-2</c:v>
                </c:pt>
                <c:pt idx="2">
                  <c:v>5.3470561880579304E-2</c:v>
                </c:pt>
                <c:pt idx="3">
                  <c:v>-4.9888115396195531E-2</c:v>
                </c:pt>
                <c:pt idx="4">
                  <c:v>-0.27455888131375639</c:v>
                </c:pt>
                <c:pt idx="5">
                  <c:v>9.3291885173277578E-2</c:v>
                </c:pt>
                <c:pt idx="6">
                  <c:v>0.32675950955050248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1460522205394459"/>
          <c:w val="0.99873983739837402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4.3129761520708687E-2</c:v>
                </c:pt>
                <c:pt idx="1">
                  <c:v>-3.4559447063436277E-2</c:v>
                </c:pt>
                <c:pt idx="2">
                  <c:v>6.4803136390999772E-2</c:v>
                </c:pt>
                <c:pt idx="3">
                  <c:v>5.2082101201268216E-2</c:v>
                </c:pt>
                <c:pt idx="4">
                  <c:v>-2.8571488701676584E-2</c:v>
                </c:pt>
                <c:pt idx="5">
                  <c:v>9.3777584011099036E-2</c:v>
                </c:pt>
                <c:pt idx="6">
                  <c:v>0.13965570650971371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1">
                  <c:v>-0.38185675068629898</c:v>
                </c:pt>
                <c:pt idx="2">
                  <c:v>-0.41275917065390744</c:v>
                </c:pt>
                <c:pt idx="3">
                  <c:v>-0.47721590909090905</c:v>
                </c:pt>
                <c:pt idx="4">
                  <c:v>-0.70957057577508187</c:v>
                </c:pt>
                <c:pt idx="6">
                  <c:v>-0.54168698196001952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0.43928738865447725</c:v>
                </c:pt>
                <c:pt idx="1">
                  <c:v>0.65517241379310365</c:v>
                </c:pt>
                <c:pt idx="2">
                  <c:v>5.8122205663189153E-2</c:v>
                </c:pt>
                <c:pt idx="3">
                  <c:v>0.39285714285714302</c:v>
                </c:pt>
                <c:pt idx="4">
                  <c:v>0.76000000000000023</c:v>
                </c:pt>
                <c:pt idx="5">
                  <c:v>0.92897099693579421</c:v>
                </c:pt>
                <c:pt idx="6">
                  <c:v>69.75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-4.612986259652696E-2</c:v>
                </c:pt>
                <c:pt idx="1">
                  <c:v>1.3682747667262296E-2</c:v>
                </c:pt>
                <c:pt idx="2">
                  <c:v>-4.8863779428427456E-3</c:v>
                </c:pt>
                <c:pt idx="3">
                  <c:v>-3.1583205489280175E-2</c:v>
                </c:pt>
                <c:pt idx="4">
                  <c:v>-0.27658084078013823</c:v>
                </c:pt>
                <c:pt idx="5">
                  <c:v>4.4135495972635885E-2</c:v>
                </c:pt>
                <c:pt idx="6">
                  <c:v>0.32426422650647302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0.82978723404255317</c:v>
                </c:pt>
                <c:pt idx="1">
                  <c:v>0.81914893617021278</c:v>
                </c:pt>
                <c:pt idx="2">
                  <c:v>0.78723404255319152</c:v>
                </c:pt>
                <c:pt idx="3">
                  <c:v>0.7978723404255319</c:v>
                </c:pt>
                <c:pt idx="4">
                  <c:v>0.80851063829787229</c:v>
                </c:pt>
                <c:pt idx="5">
                  <c:v>0.81914893617021278</c:v>
                </c:pt>
                <c:pt idx="6">
                  <c:v>0.82978723404255317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85-4F9A-AF5C-6E6F045808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0.90909090909090906</c:v>
                </c:pt>
                <c:pt idx="1">
                  <c:v>0.95238095238095233</c:v>
                </c:pt>
                <c:pt idx="2">
                  <c:v>0.91666666666666663</c:v>
                </c:pt>
                <c:pt idx="3">
                  <c:v>0.90909090909090906</c:v>
                </c:pt>
                <c:pt idx="4">
                  <c:v>0.91666666666666663</c:v>
                </c:pt>
                <c:pt idx="5">
                  <c:v>0.92307692307692313</c:v>
                </c:pt>
                <c:pt idx="6">
                  <c:v>0.94736842105263153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85-4F9A-AF5C-6E6F045808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0.30208333333333331</c:v>
                </c:pt>
                <c:pt idx="1">
                  <c:v>0.3125</c:v>
                </c:pt>
                <c:pt idx="2">
                  <c:v>0.3125</c:v>
                </c:pt>
                <c:pt idx="3">
                  <c:v>0.28125</c:v>
                </c:pt>
                <c:pt idx="4">
                  <c:v>0.33333333333333331</c:v>
                </c:pt>
                <c:pt idx="5">
                  <c:v>0.3125</c:v>
                </c:pt>
                <c:pt idx="6">
                  <c:v>0.3125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85-4F9A-AF5C-6E6F045808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0.82978723404255317</c:v>
                </c:pt>
                <c:pt idx="1">
                  <c:v>0.81914893617021278</c:v>
                </c:pt>
                <c:pt idx="2">
                  <c:v>0.78723404255319152</c:v>
                </c:pt>
                <c:pt idx="3">
                  <c:v>0.73404255319148937</c:v>
                </c:pt>
                <c:pt idx="4">
                  <c:v>0.78723404255319152</c:v>
                </c:pt>
                <c:pt idx="5">
                  <c:v>0.76595744680851063</c:v>
                </c:pt>
                <c:pt idx="6">
                  <c:v>0.80851063829787229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F6-4B02-BD55-A4A45CDD480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KA医院(AB)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0.81818181818181823</c:v>
                </c:pt>
                <c:pt idx="1">
                  <c:v>0.95652173913043481</c:v>
                </c:pt>
                <c:pt idx="2">
                  <c:v>0.9285714285714286</c:v>
                </c:pt>
                <c:pt idx="3">
                  <c:v>0.94117647058823528</c:v>
                </c:pt>
                <c:pt idx="4">
                  <c:v>0.93333333333333335</c:v>
                </c:pt>
                <c:pt idx="5">
                  <c:v>0.88235294117647056</c:v>
                </c:pt>
                <c:pt idx="6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F6-4B02-BD55-A4A45CDD480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0.33333333333333331</c:v>
                </c:pt>
                <c:pt idx="1">
                  <c:v>0.34375</c:v>
                </c:pt>
                <c:pt idx="2">
                  <c:v>0.32291666666666669</c:v>
                </c:pt>
                <c:pt idx="3">
                  <c:v>0.33333333333333331</c:v>
                </c:pt>
                <c:pt idx="4">
                  <c:v>0.3125</c:v>
                </c:pt>
                <c:pt idx="5">
                  <c:v>0.28125</c:v>
                </c:pt>
                <c:pt idx="6">
                  <c:v>0.3125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F6-4B02-BD55-A4A45CDD48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4.6793935406432313E-2</c:v>
                </c:pt>
                <c:pt idx="1">
                  <c:v>-2.1707768291608334E-2</c:v>
                </c:pt>
                <c:pt idx="2">
                  <c:v>-3.5593211358826283E-3</c:v>
                </c:pt>
                <c:pt idx="3">
                  <c:v>-9.288057579536263E-2</c:v>
                </c:pt>
                <c:pt idx="4">
                  <c:v>0.15382926334163066</c:v>
                </c:pt>
                <c:pt idx="5">
                  <c:v>7.1333810190317093E-2</c:v>
                </c:pt>
                <c:pt idx="6">
                  <c:v>-4.0608581326902954E-2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78-443E-99EC-F661363A46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3.0772592972709881E-4</c:v>
                </c:pt>
                <c:pt idx="1">
                  <c:v>2.625700820427681E-3</c:v>
                </c:pt>
                <c:pt idx="2">
                  <c:v>2.3396648722936275E-3</c:v>
                </c:pt>
                <c:pt idx="3">
                  <c:v>6.4941865799068637E-3</c:v>
                </c:pt>
                <c:pt idx="4">
                  <c:v>1.1964085035308903E-2</c:v>
                </c:pt>
                <c:pt idx="5">
                  <c:v>4.7019801171093202E-3</c:v>
                </c:pt>
                <c:pt idx="6">
                  <c:v>8.6562762268028292E-3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78-443E-99EC-F661363A46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9.3860550450305036E-4</c:v>
                </c:pt>
                <c:pt idx="1">
                  <c:v>7.5402353349784913E-4</c:v>
                </c:pt>
                <c:pt idx="2">
                  <c:v>4.7851325478722915E-4</c:v>
                </c:pt>
                <c:pt idx="3">
                  <c:v>2.5840871006300282E-4</c:v>
                </c:pt>
                <c:pt idx="4">
                  <c:v>2.583847591012853E-3</c:v>
                </c:pt>
                <c:pt idx="5">
                  <c:v>1.808228374264286E-4</c:v>
                </c:pt>
                <c:pt idx="6">
                  <c:v>3.1861107510443569E-4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8-443E-99EC-F661363A463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-2.1499979701320475E-3</c:v>
                </c:pt>
                <c:pt idx="1">
                  <c:v>-3.7083576145737209E-5</c:v>
                </c:pt>
                <c:pt idx="2">
                  <c:v>-2.7703398961365897E-4</c:v>
                </c:pt>
                <c:pt idx="3">
                  <c:v>-5.7984327045467712E-4</c:v>
                </c:pt>
                <c:pt idx="4">
                  <c:v>-4.830911476971229E-5</c:v>
                </c:pt>
                <c:pt idx="5">
                  <c:v>-9.0731308372343441E-4</c:v>
                </c:pt>
                <c:pt idx="6">
                  <c:v>-9.8879219089589247E-4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78-443E-99EC-F661363A4636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General</c:formatCode>
                <c:ptCount val="7"/>
                <c:pt idx="3" formatCode="0.0%;\-0.0%;0.0%">
                  <c:v>-3.7815865464435466E-5</c:v>
                </c:pt>
                <c:pt idx="4" formatCode="0.0%;\-0.0%;0.0%">
                  <c:v>0</c:v>
                </c:pt>
                <c:pt idx="5" formatCode="0.0%;\-0.0%;0.0%">
                  <c:v>0</c:v>
                </c:pt>
                <c:pt idx="6" formatCode="0.0%;\-0.0%;0.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8-443E-99EC-F661363A4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KA医院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3.167386328723211E-2</c:v>
                </c:pt>
                <c:pt idx="1">
                  <c:v>-8.0233479562545743E-2</c:v>
                </c:pt>
                <c:pt idx="2">
                  <c:v>-8.2273044841376319E-2</c:v>
                </c:pt>
                <c:pt idx="3">
                  <c:v>2.2563411675470331E-2</c:v>
                </c:pt>
                <c:pt idx="4">
                  <c:v>0.14596241034935833</c:v>
                </c:pt>
                <c:pt idx="5">
                  <c:v>-8.107609005414633E-2</c:v>
                </c:pt>
                <c:pt idx="6">
                  <c:v>-1.925709268756761E-2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F-4326-A7AE-60234BFCB42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非KA医院-YY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1.1984576288544388E-2</c:v>
                </c:pt>
                <c:pt idx="1">
                  <c:v>-7.6022443634005251E-3</c:v>
                </c:pt>
                <c:pt idx="2">
                  <c:v>-2.5792493132435648E-3</c:v>
                </c:pt>
                <c:pt idx="3">
                  <c:v>3.0786460857683468E-2</c:v>
                </c:pt>
                <c:pt idx="4">
                  <c:v>-9.3013352167974593E-3</c:v>
                </c:pt>
                <c:pt idx="5">
                  <c:v>-1.749102308349957E-2</c:v>
                </c:pt>
                <c:pt idx="6">
                  <c:v>6.811206610817468E-3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AF-4326-A7AE-60234BFCB42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非KA医院-NY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1.52427043415509E-3</c:v>
                </c:pt>
                <c:pt idx="1">
                  <c:v>1.5688620840060563E-3</c:v>
                </c:pt>
                <c:pt idx="2">
                  <c:v>2.2537129921545749E-4</c:v>
                </c:pt>
                <c:pt idx="3">
                  <c:v>2.1084741492854468E-3</c:v>
                </c:pt>
                <c:pt idx="4">
                  <c:v>3.4535945947349561E-3</c:v>
                </c:pt>
                <c:pt idx="5">
                  <c:v>9.5753776004559705E-4</c:v>
                </c:pt>
                <c:pt idx="6">
                  <c:v>1.5054487122720635E-3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AF-4326-A7AE-60234BFCB42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非KA医院-YN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-2.2554439080388596E-3</c:v>
                </c:pt>
                <c:pt idx="1">
                  <c:v>-1.7812407940680116E-3</c:v>
                </c:pt>
                <c:pt idx="2">
                  <c:v>-8.8395631803396101E-4</c:v>
                </c:pt>
                <c:pt idx="3">
                  <c:v>-9.3101455942474261E-4</c:v>
                </c:pt>
                <c:pt idx="4">
                  <c:v>-1.1425425726942712E-3</c:v>
                </c:pt>
                <c:pt idx="5">
                  <c:v>-1.322314049586777E-3</c:v>
                </c:pt>
                <c:pt idx="6">
                  <c:v>-2.5554675620080404E-3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AF-4326-A7AE-60234BFCB42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非KA医院-NN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Sheet1!$B$6:$H$6</c:f>
              <c:numCache>
                <c:formatCode>General</c:formatCode>
                <c:ptCount val="7"/>
                <c:pt idx="3" formatCode="0.0%;\-0.0%;0.0%">
                  <c:v>0</c:v>
                </c:pt>
                <c:pt idx="4" formatCode="0.0%;\-0.0%;0.0%">
                  <c:v>0</c:v>
                </c:pt>
                <c:pt idx="5" formatCode="0.0%;\-0.0%;0.0%">
                  <c:v>0</c:v>
                </c:pt>
                <c:pt idx="6" formatCode="0.0%;\-0.0%;0.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F-4326-A7AE-60234BFCB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0.93333333333333335</c:v>
                </c:pt>
                <c:pt idx="3">
                  <c:v>1</c:v>
                </c:pt>
                <c:pt idx="4">
                  <c:v>0.83333333333333337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B-43AC-B144-206E4CFFB9B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5FDB-43AC-B144-206E4CFFB9B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DB-43AC-B144-206E4CFFB9B2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6.6666666666666666E-2</c:v>
                </c:pt>
                <c:pt idx="3">
                  <c:v>0</c:v>
                </c:pt>
                <c:pt idx="4">
                  <c:v>0.16666666666666666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DB-43AC-B144-206E4CFFB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YY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0.00%</c:formatCode>
                <c:ptCount val="7"/>
                <c:pt idx="0">
                  <c:v>0.8</c:v>
                </c:pt>
                <c:pt idx="1">
                  <c:v>1</c:v>
                </c:pt>
                <c:pt idx="2">
                  <c:v>0.8</c:v>
                </c:pt>
                <c:pt idx="3">
                  <c:v>0.83333333333333337</c:v>
                </c:pt>
                <c:pt idx="4">
                  <c:v>0.81818181818181823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9E-4EF1-8AF8-2745662FCC3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AC9E-4EF1-8AF8-2745662FCC3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YN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0.00%</c:formatCode>
                <c:ptCount val="7"/>
                <c:pt idx="0">
                  <c:v>0.2</c:v>
                </c:pt>
                <c:pt idx="1">
                  <c:v>0</c:v>
                </c:pt>
                <c:pt idx="2">
                  <c:v>0.13333333333333333</c:v>
                </c:pt>
                <c:pt idx="3">
                  <c:v>0.16666666666666666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9E-4EF1-8AF8-2745662FCC3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6.6666666666666666E-2</c:v>
                </c:pt>
                <c:pt idx="3">
                  <c:v>0</c:v>
                </c:pt>
                <c:pt idx="4">
                  <c:v>0.18181818181818182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9E-4EF1-8AF8-2745662F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727496304"/>
        <c:axId val="1727495824"/>
      </c:barChart>
      <c:catAx>
        <c:axId val="172749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5824"/>
        <c:crosses val="autoZero"/>
        <c:auto val="1"/>
        <c:lblAlgn val="ctr"/>
        <c:lblOffset val="100"/>
        <c:noMultiLvlLbl val="0"/>
      </c:catAx>
      <c:valAx>
        <c:axId val="1727495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49630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立普妥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7.2114267131426324E-2</c:v>
                </c:pt>
                <c:pt idx="1">
                  <c:v>-4.9394365071091517E-2</c:v>
                </c:pt>
                <c:pt idx="2">
                  <c:v>1.7585516447101712E-2</c:v>
                </c:pt>
                <c:pt idx="3">
                  <c:v>-2.1092067880909338E-2</c:v>
                </c:pt>
                <c:pt idx="4">
                  <c:v>9.1547221919213717E-2</c:v>
                </c:pt>
                <c:pt idx="5">
                  <c:v>6.3734700444616932E-2</c:v>
                </c:pt>
                <c:pt idx="6">
                  <c:v>-3.5068327684110834E-2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38-4094-8C16-CC7F8AADF50E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-0.32399526706762394</c:v>
                </c:pt>
                <c:pt idx="1">
                  <c:v>-0.7151006829311719</c:v>
                </c:pt>
                <c:pt idx="2">
                  <c:v>-0.24784110535405868</c:v>
                </c:pt>
                <c:pt idx="3">
                  <c:v>-0.93004663557628242</c:v>
                </c:pt>
                <c:pt idx="5">
                  <c:v>-0.21890495867768589</c:v>
                </c:pt>
                <c:pt idx="6">
                  <c:v>-0.2692151752099623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38-4094-8C16-CC7F8AADF50E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7.7242857243923879E-2</c:v>
                </c:pt>
                <c:pt idx="1">
                  <c:v>15.22608695652174</c:v>
                </c:pt>
                <c:pt idx="2">
                  <c:v>2.9189931385402712E-3</c:v>
                </c:pt>
                <c:pt idx="3">
                  <c:v>4.8608695652173912</c:v>
                </c:pt>
                <c:pt idx="4">
                  <c:v>0.82823815702588988</c:v>
                </c:pt>
                <c:pt idx="5">
                  <c:v>0.13854025393054403</c:v>
                </c:pt>
                <c:pt idx="6">
                  <c:v>16.80952380952381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8-4094-8C16-CC7F8AADF50E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1.0547045118953102E-2</c:v>
                </c:pt>
                <c:pt idx="1">
                  <c:v>9.0382773526463289E-2</c:v>
                </c:pt>
                <c:pt idx="2">
                  <c:v>7.1831816517405001E-2</c:v>
                </c:pt>
                <c:pt idx="3">
                  <c:v>0.18636910173084642</c:v>
                </c:pt>
                <c:pt idx="4">
                  <c:v>0.26293910079737381</c:v>
                </c:pt>
                <c:pt idx="5">
                  <c:v>9.3191868263719835E-2</c:v>
                </c:pt>
                <c:pt idx="6">
                  <c:v>0.17150218290878283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038-4094-8C16-CC7F8AADF50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1460522205394459"/>
          <c:w val="0.99873983739837402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/>
              <a:t>络活喜</a:t>
            </a:r>
            <a:endParaRPr lang="en-GB" altLang="zh-CN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198866909928942"/>
          <c:y val="0.16754044252523517"/>
          <c:w val="0.78329588374623904"/>
          <c:h val="0.486449822407170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AA不变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Sheet1!$B$2:$H$2</c:f>
              <c:numCache>
                <c:formatCode>0.0%;\-0.0%;0.0%</c:formatCode>
                <c:ptCount val="7"/>
                <c:pt idx="0">
                  <c:v>4.9863749660988388E-2</c:v>
                </c:pt>
                <c:pt idx="1">
                  <c:v>-5.0662143649292224E-2</c:v>
                </c:pt>
                <c:pt idx="2">
                  <c:v>-0.11952751806279593</c:v>
                </c:pt>
                <c:pt idx="3">
                  <c:v>7.0024957309864799E-2</c:v>
                </c:pt>
                <c:pt idx="4">
                  <c:v>-1.7972216824564624E-2</c:v>
                </c:pt>
                <c:pt idx="5">
                  <c:v>-5.5541481539221005E-2</c:v>
                </c:pt>
                <c:pt idx="6">
                  <c:v>-6.5572402483137893E-2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20-4F3F-8E75-53D510756C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AA--&gt;非AA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Sheet1!$B$3:$H$3</c:f>
              <c:numCache>
                <c:formatCode>0.0%;\-0.0%;0.0%</c:formatCode>
                <c:ptCount val="7"/>
                <c:pt idx="0">
                  <c:v>0.74999999999999978</c:v>
                </c:pt>
                <c:pt idx="1">
                  <c:v>-0.77662921348314606</c:v>
                </c:pt>
                <c:pt idx="2">
                  <c:v>-0.25613346418056926</c:v>
                </c:pt>
                <c:pt idx="3">
                  <c:v>-5.7669789227166257E-2</c:v>
                </c:pt>
                <c:pt idx="5">
                  <c:v>0.76307189542483633</c:v>
                </c:pt>
                <c:pt idx="6">
                  <c:v>-0.14289529914529908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20-4F3F-8E75-53D510756C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非AA--&gt;AA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Sheet1!$B$4:$H$4</c:f>
              <c:numCache>
                <c:formatCode>0.0%;\-0.0%;0.0%</c:formatCode>
                <c:ptCount val="7"/>
                <c:pt idx="0">
                  <c:v>-0.29567833698030632</c:v>
                </c:pt>
                <c:pt idx="1">
                  <c:v>-0.44444444444444442</c:v>
                </c:pt>
                <c:pt idx="2">
                  <c:v>-3.5440234158689909E-2</c:v>
                </c:pt>
                <c:pt idx="3">
                  <c:v>12</c:v>
                </c:pt>
                <c:pt idx="4">
                  <c:v>0.52528831118060992</c:v>
                </c:pt>
                <c:pt idx="6">
                  <c:v>0.21239125822193938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20-4F3F-8E75-53D510756C76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非KA医院(公立二三级)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Sheet1!$B$1:$H$1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Sheet1!$B$5:$H$5</c:f>
              <c:numCache>
                <c:formatCode>0.0%;\-0.0%;0.0%</c:formatCode>
                <c:ptCount val="7"/>
                <c:pt idx="0">
                  <c:v>0.32535885167464107</c:v>
                </c:pt>
                <c:pt idx="1">
                  <c:v>-0.16352293938500839</c:v>
                </c:pt>
                <c:pt idx="2">
                  <c:v>-5.9321545815815169E-2</c:v>
                </c:pt>
                <c:pt idx="3">
                  <c:v>0.69906112043772906</c:v>
                </c:pt>
                <c:pt idx="4">
                  <c:v>-0.12951981486838304</c:v>
                </c:pt>
                <c:pt idx="5">
                  <c:v>-0.30905575249758299</c:v>
                </c:pt>
                <c:pt idx="6">
                  <c:v>0.16254075594734929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B20-4F3F-8E75-53D510756C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2344527"/>
        <c:axId val="1512343087"/>
      </c:lineChart>
      <c:catAx>
        <c:axId val="151234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3087"/>
        <c:crosses val="autoZero"/>
        <c:auto val="1"/>
        <c:lblAlgn val="ctr"/>
        <c:lblOffset val="100"/>
        <c:noMultiLvlLbl val="0"/>
      </c:catAx>
      <c:valAx>
        <c:axId val="1512343087"/>
        <c:scaling>
          <c:orientation val="minMax"/>
          <c:max val="1.5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;\-0.0%;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34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5345368414314073E-2"/>
          <c:y val="0.81460511792926715"/>
          <c:w val="0.92963414634146346"/>
          <c:h val="0.18539477794605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D572-276B-B9A1-7F31-BFBA3BA8D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72884-C2F0-859A-982F-E9AA82ADF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A9615-D3A0-7988-A5F6-53277464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42BA2-7B53-0780-99C4-3182DEDF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5544B-CAC5-F4C7-8256-0CF49CF9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75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A72A-5314-D90D-7ACB-65A42C14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919BF-597C-15B8-155A-78E38DFD8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1EBB7-9F3C-FAA5-DFED-5DA8BC63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5DD6D-3AF8-DE8E-90B9-E412BF306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75AED-0887-64D3-151F-8384CD5F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88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18F0-AE56-5C2E-74E4-AC46941A9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E93E3-74F3-405A-3BA5-EF16E86E9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6D4F-CA25-FE1A-5CC2-31398860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22FDF-720E-DAB6-8FEE-614747E3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4F72-4EE3-86DE-9E29-D5C6195DA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25480-861D-987E-8887-16FEE866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764E-11C9-9D39-A344-0AE2B3CF8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92E27-D056-681B-B201-0C022BCD9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3CC3E-3061-29BE-22E5-ACB909A1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705F5-571D-16FC-86FC-AAD2CEFC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326BF-9D7C-F618-4B0D-5C206C08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11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9172-4008-867E-6001-3C239081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35F74-559C-5D64-27EC-9E7FC9DCD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E9095-F84D-58E4-EF65-4244AA73C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3FF16A-68D7-97C3-3BC6-99DCA8DD1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9769B-CE6E-E570-8792-360048053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C0F9C-3584-A4DD-DF6E-EAB85BE0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C0130-494B-B5C2-0BCA-616BF144D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42C37-5210-9A97-2DB3-420348B6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5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0EC4-EAC0-3990-9696-2979FECF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70C70-3907-B0E6-F8B5-002F90EA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57D00-40F1-401A-673B-C5571CB5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4D195-F252-2831-1F66-F5C41A44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565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37766-9818-AC03-6675-C08AFF8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F96AED-7F27-2815-F344-0D09AE97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B0C2-A12D-065B-E5FA-0829DC494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35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43B9-80C1-2157-4425-E0F0D321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1DF81-DCCB-FEDC-E6DD-5C3BA21DC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621E5-DE9C-1338-E6FD-A9927CB5F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85F24-601D-8930-0441-9559027C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3FC3F-9CD4-F05F-8EB8-27CBA61BE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013AB-4A41-1376-D774-2A1E03F5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59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AD77-1D35-C012-436F-9AFFA057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08B4FB-95DD-5CF7-F83C-D2D1F9253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E210B-2FAA-CEB1-4FD4-85EC45F74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9EB5C-4CAF-0CB3-40C4-D2563CD4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E7AE0-5C75-978C-3394-272DCF0E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D6DC5-32AC-9E3D-5F3A-2FDAF845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20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375F-90BE-29C4-394E-38C66941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4A235-3079-5CD3-EC2A-4B463370A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CF224-DCE7-1FE0-710B-3367C318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EDD5-B8FF-2B78-71BD-942DD596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8D921-1F94-34B5-6E74-8B6BE4DB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78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DC75F-A679-D567-A5BF-2C5D6925F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45138-9B80-A9DD-B6A3-AF14183E1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408F1-9C56-2E12-0ECC-181D8EC5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E770B-4340-8BCB-5F7D-7EDD4078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F824-B1C5-B2B2-E733-A927745D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00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4592E-46EA-D004-D898-01802502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372AF-51A8-0619-DA9E-A81E5DF2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73718-B138-162D-D0A3-BA5BC7543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3474B-962B-49B5-94F8-BEDF331CF7E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492ED-2AC1-B0E6-C95D-2E89F14E9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F608A-8AC7-F97A-CFC9-9403823C9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2AEFF-8DEA-4569-BB53-ABFBDB1D3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91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9" Type="http://schemas.openxmlformats.org/officeDocument/2006/relationships/chart" Target="../charts/chart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3.xml"/><Relationship Id="rId3" Type="http://schemas.openxmlformats.org/officeDocument/2006/relationships/chart" Target="../charts/chart18.xml"/><Relationship Id="rId7" Type="http://schemas.openxmlformats.org/officeDocument/2006/relationships/chart" Target="../charts/chart22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1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Relationship Id="rId9" Type="http://schemas.openxmlformats.org/officeDocument/2006/relationships/chart" Target="../charts/chart2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1.xml"/><Relationship Id="rId3" Type="http://schemas.openxmlformats.org/officeDocument/2006/relationships/chart" Target="../charts/chart26.xml"/><Relationship Id="rId7" Type="http://schemas.openxmlformats.org/officeDocument/2006/relationships/chart" Target="../charts/chart30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9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Relationship Id="rId9" Type="http://schemas.openxmlformats.org/officeDocument/2006/relationships/chart" Target="../charts/chart3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9.xml"/><Relationship Id="rId3" Type="http://schemas.openxmlformats.org/officeDocument/2006/relationships/chart" Target="../charts/chart34.xml"/><Relationship Id="rId7" Type="http://schemas.openxmlformats.org/officeDocument/2006/relationships/chart" Target="../charts/chart38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7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Relationship Id="rId9" Type="http://schemas.openxmlformats.org/officeDocument/2006/relationships/chart" Target="../charts/chart4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7.xml"/><Relationship Id="rId3" Type="http://schemas.openxmlformats.org/officeDocument/2006/relationships/chart" Target="../charts/chart42.xml"/><Relationship Id="rId7" Type="http://schemas.openxmlformats.org/officeDocument/2006/relationships/chart" Target="../charts/chart46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5.xml"/><Relationship Id="rId5" Type="http://schemas.openxmlformats.org/officeDocument/2006/relationships/chart" Target="../charts/chart44.xml"/><Relationship Id="rId4" Type="http://schemas.openxmlformats.org/officeDocument/2006/relationships/chart" Target="../charts/chart43.xml"/><Relationship Id="rId9" Type="http://schemas.openxmlformats.org/officeDocument/2006/relationships/chart" Target="../charts/chart4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5.xml"/><Relationship Id="rId3" Type="http://schemas.openxmlformats.org/officeDocument/2006/relationships/chart" Target="../charts/chart50.xml"/><Relationship Id="rId7" Type="http://schemas.openxmlformats.org/officeDocument/2006/relationships/chart" Target="../charts/chart54.xml"/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3.xml"/><Relationship Id="rId5" Type="http://schemas.openxmlformats.org/officeDocument/2006/relationships/chart" Target="../charts/chart52.xml"/><Relationship Id="rId4" Type="http://schemas.openxmlformats.org/officeDocument/2006/relationships/chart" Target="../charts/chart51.xml"/><Relationship Id="rId9" Type="http://schemas.openxmlformats.org/officeDocument/2006/relationships/chart" Target="../charts/chart5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3.xml"/><Relationship Id="rId3" Type="http://schemas.openxmlformats.org/officeDocument/2006/relationships/chart" Target="../charts/chart58.xml"/><Relationship Id="rId7" Type="http://schemas.openxmlformats.org/officeDocument/2006/relationships/chart" Target="../charts/chart62.xml"/><Relationship Id="rId2" Type="http://schemas.openxmlformats.org/officeDocument/2006/relationships/chart" Target="../charts/chart5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1.xml"/><Relationship Id="rId5" Type="http://schemas.openxmlformats.org/officeDocument/2006/relationships/chart" Target="../charts/chart60.xml"/><Relationship Id="rId4" Type="http://schemas.openxmlformats.org/officeDocument/2006/relationships/chart" Target="../charts/chart59.xml"/><Relationship Id="rId9" Type="http://schemas.openxmlformats.org/officeDocument/2006/relationships/chart" Target="../charts/chart6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1.xml"/><Relationship Id="rId3" Type="http://schemas.openxmlformats.org/officeDocument/2006/relationships/chart" Target="../charts/chart66.xml"/><Relationship Id="rId7" Type="http://schemas.openxmlformats.org/officeDocument/2006/relationships/chart" Target="../charts/chart70.xml"/><Relationship Id="rId2" Type="http://schemas.openxmlformats.org/officeDocument/2006/relationships/chart" Target="../charts/chart6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9.xml"/><Relationship Id="rId5" Type="http://schemas.openxmlformats.org/officeDocument/2006/relationships/chart" Target="../charts/chart68.xml"/><Relationship Id="rId4" Type="http://schemas.openxmlformats.org/officeDocument/2006/relationships/chart" Target="../charts/chart67.xml"/><Relationship Id="rId9" Type="http://schemas.openxmlformats.org/officeDocument/2006/relationships/chart" Target="../charts/chart7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9.xml"/><Relationship Id="rId3" Type="http://schemas.openxmlformats.org/officeDocument/2006/relationships/chart" Target="../charts/chart74.xml"/><Relationship Id="rId7" Type="http://schemas.openxmlformats.org/officeDocument/2006/relationships/chart" Target="../charts/chart78.xml"/><Relationship Id="rId2" Type="http://schemas.openxmlformats.org/officeDocument/2006/relationships/chart" Target="../charts/chart7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7.xml"/><Relationship Id="rId5" Type="http://schemas.openxmlformats.org/officeDocument/2006/relationships/chart" Target="../charts/chart76.xml"/><Relationship Id="rId4" Type="http://schemas.openxmlformats.org/officeDocument/2006/relationships/chart" Target="../charts/chart75.xml"/><Relationship Id="rId9" Type="http://schemas.openxmlformats.org/officeDocument/2006/relationships/chart" Target="../charts/chart8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7.xml"/><Relationship Id="rId3" Type="http://schemas.openxmlformats.org/officeDocument/2006/relationships/chart" Target="../charts/chart82.xml"/><Relationship Id="rId7" Type="http://schemas.openxmlformats.org/officeDocument/2006/relationships/chart" Target="../charts/chart86.xml"/><Relationship Id="rId2" Type="http://schemas.openxmlformats.org/officeDocument/2006/relationships/chart" Target="../charts/chart8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5.xml"/><Relationship Id="rId5" Type="http://schemas.openxmlformats.org/officeDocument/2006/relationships/chart" Target="../charts/chart84.xml"/><Relationship Id="rId4" Type="http://schemas.openxmlformats.org/officeDocument/2006/relationships/chart" Target="../charts/chart83.xml"/><Relationship Id="rId9" Type="http://schemas.openxmlformats.org/officeDocument/2006/relationships/chart" Target="../charts/chart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213AFF-63C4-C404-9D00-CF932CD273F6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ABCD479-6ECA-25B5-B539-8155CEFF3E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9353486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1433912-9A55-D8C8-0F17-12738CF01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2561137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11F1978-06B3-1B2D-F387-22459C86EE05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C3E3514-C13D-DBEE-D44F-6317BDDE7B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298960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EE4047E-0939-3E1E-E57B-D01FE8C66517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C6960E4-6D96-8FAA-9F17-5CE65386A9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6981984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83EFD9C-0494-7FB2-25CA-286E6750D540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5390AD2F-F790-8918-DF57-AFC9EA259D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3981126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CAF02243-9718-80AB-B86F-9F4B360077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2133673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7251BEE7-9272-2548-C0F7-033C4635C5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227496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1D260B1A-1608-ABCA-BDDA-B3F3CC8D18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7219486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327B4E5-66CA-911E-BE48-E326C943B07E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0A2505-5B7B-AFC8-BA08-2170940B24C6}"/>
              </a:ext>
            </a:extLst>
          </p:cNvPr>
          <p:cNvSpPr txBox="1"/>
          <p:nvPr/>
        </p:nvSpPr>
        <p:spPr>
          <a:xfrm>
            <a:off x="152397" y="6157334"/>
            <a:ext cx="2867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络活喜公立二三级分销率比立普妥低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F59C77-ADA5-207A-A590-0660780CE3E8}"/>
              </a:ext>
            </a:extLst>
          </p:cNvPr>
          <p:cNvSpPr txBox="1"/>
          <p:nvPr/>
        </p:nvSpPr>
        <p:spPr>
          <a:xfrm>
            <a:off x="3124198" y="6132366"/>
            <a:ext cx="2971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环比拉动增长中，络活喜非</a:t>
            </a:r>
            <a:r>
              <a:rPr lang="en-GB" altLang="zh-CN" sz="1200" dirty="0"/>
              <a:t>KA</a:t>
            </a:r>
            <a:r>
              <a:rPr lang="zh-CN" altLang="en-US" sz="1200" dirty="0"/>
              <a:t>医院</a:t>
            </a:r>
            <a:r>
              <a:rPr lang="zh-CN" altLang="en-US" sz="1200" b="1" dirty="0"/>
              <a:t>分销变化</a:t>
            </a:r>
            <a:r>
              <a:rPr lang="zh-CN" altLang="en-US" sz="1200" dirty="0"/>
              <a:t>带来的销量变化占比高于立普妥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303592-618A-3813-5432-762C520E5042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50609D-E040-5B00-B36C-2FBCC46531D1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A503D0-E7B6-1A8B-D999-EE6F3F913D3C}"/>
              </a:ext>
            </a:extLst>
          </p:cNvPr>
          <p:cNvSpPr txBox="1"/>
          <p:nvPr/>
        </p:nvSpPr>
        <p:spPr>
          <a:xfrm>
            <a:off x="6086474" y="6131586"/>
            <a:ext cx="286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涉及</a:t>
            </a:r>
            <a:r>
              <a:rPr lang="en-GB" altLang="zh-CN" sz="1200" dirty="0"/>
              <a:t>AA</a:t>
            </a:r>
            <a:r>
              <a:rPr lang="zh-CN" altLang="en-US" sz="1200" dirty="0"/>
              <a:t>分型变化医院中，络活喜</a:t>
            </a:r>
            <a:r>
              <a:rPr lang="zh-CN" altLang="en-US" sz="1200" b="1" dirty="0"/>
              <a:t>分销变化</a:t>
            </a:r>
            <a:r>
              <a:rPr lang="zh-CN" altLang="en-US" sz="1200" dirty="0"/>
              <a:t>的医院数量占比更大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C4FF90-F68E-5FE6-3072-6001F5E56EF4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F6498F-D1DF-F710-6567-BD25FA284A74}"/>
              </a:ext>
            </a:extLst>
          </p:cNvPr>
          <p:cNvSpPr txBox="1"/>
          <p:nvPr/>
        </p:nvSpPr>
        <p:spPr>
          <a:xfrm>
            <a:off x="8917719" y="6124574"/>
            <a:ext cx="2971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络活喜解限医院的环比增长率与其他医院差距，在更多的季度比立普妥小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D9018-04CB-46B4-D261-1A9E6E4B711E}"/>
              </a:ext>
            </a:extLst>
          </p:cNvPr>
          <p:cNvSpPr txBox="1"/>
          <p:nvPr/>
        </p:nvSpPr>
        <p:spPr>
          <a:xfrm>
            <a:off x="152397" y="66675"/>
            <a:ext cx="781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全国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4FA702-E2A6-D991-1070-F068C2748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05538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u="none" strike="noStrike" dirty="0">
                          <a:effectLst/>
                        </a:rPr>
                        <a:t>112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u="none" strike="noStrike">
                          <a:effectLst/>
                        </a:rPr>
                        <a:t>90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u="none" strike="noStrike">
                          <a:effectLst/>
                        </a:rPr>
                        <a:t>122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u="none" strike="noStrike">
                          <a:effectLst/>
                        </a:rPr>
                        <a:t>54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u="none" strike="noStrike">
                          <a:effectLst/>
                        </a:rPr>
                        <a:t>59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u="none" strike="noStrike">
                          <a:effectLst/>
                        </a:rPr>
                        <a:t>73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u="none" strike="noStrike" dirty="0">
                          <a:effectLst/>
                        </a:rPr>
                        <a:t>72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306862-5E77-B01E-7DA1-23D1D01B9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529935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834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560F3B-ACF3-9CA7-2C00-F5C057F99F88}"/>
              </a:ext>
            </a:extLst>
          </p:cNvPr>
          <p:cNvSpPr txBox="1"/>
          <p:nvPr/>
        </p:nvSpPr>
        <p:spPr>
          <a:xfrm>
            <a:off x="238124" y="352425"/>
            <a:ext cx="8963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观察满足以下条件：</a:t>
            </a:r>
            <a:r>
              <a:rPr lang="en-GB" altLang="zh-CN" dirty="0"/>
              <a:t>AA</a:t>
            </a:r>
            <a:r>
              <a:rPr lang="zh-CN" altLang="en-US" dirty="0"/>
              <a:t>医院数量充足，公立二三级销量占比</a:t>
            </a:r>
            <a:r>
              <a:rPr lang="en-GB" altLang="zh-CN" dirty="0"/>
              <a:t>&gt;50%</a:t>
            </a:r>
            <a:r>
              <a:rPr lang="zh-CN" altLang="en-US" dirty="0"/>
              <a:t>，且立普妥和络活喜拟合效果都较好</a:t>
            </a:r>
          </a:p>
        </p:txBody>
      </p:sp>
    </p:spTree>
    <p:extLst>
      <p:ext uri="{BB962C8B-B14F-4D97-AF65-F5344CB8AC3E}">
        <p14:creationId xmlns:p14="http://schemas.microsoft.com/office/powerpoint/2010/main" val="391329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DC00-F7BD-7280-1B00-8D9E84E3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BEFCEB-8681-F77E-2B57-430FA0F964B5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C268F18-E33A-B363-C95D-D26F714EF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632917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C61C28D-F8B3-A396-F3A8-DFA36CCA0A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2265496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2DB9B4-1922-63EC-0EE0-CDA28C7AF1A8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5416DDF-1797-5A1E-C991-461AE6B2D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2171248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9586B9F-3612-D08B-A5AF-475F0C890528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D402C75-6C68-9EC1-D0CC-F9A081B422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4609280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497D484-94A8-6050-D471-A4551AD56A93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CA39774-2AA6-016C-6805-8E9525E842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204763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0C405C4B-5F11-A60E-88F3-F57FAD477E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4370976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774DE2C-737F-2C3C-BB0D-E84DA5F0FD07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BF2FAF-0AAC-732C-E41E-B7708FE5382D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662109-2E2D-A53E-891E-E2736848DAA1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13DA40-8B5B-88E2-DE92-45C674DA9513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04F9AE-0842-ADA6-AED4-9A4B576D74C7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广东省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7BB5E07-C176-9EC7-198F-BD390EA834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7375547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273D077-9481-57B2-3C60-DEC8EBA21E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722786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8BADBE-FB5D-42D9-5EAA-6975EA983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210371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57489FB-CBEC-F767-8BD1-62AEA78D2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342597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74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1F0B7-B1BF-BF00-4E9A-3AC0F855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7E15E7-361B-6572-4FB2-D1AE074C4B7F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40F7CB1-6FB5-29F8-011C-0274BA1F3F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83743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C9BF3A4-1713-5C39-B529-293B96DBAA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727693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A768C4F-600E-A1BD-3848-DE9137B4F63F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BC0E1C5-7E8E-A0D1-8E11-95BFD9CE51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7698169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D0B6AB6-E57D-097F-FE29-8D56E0789DD9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A7C1AE6-E7EF-7743-3835-6C44802A3C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707692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A13901D-EE60-2FD3-17ED-16C8FBD848AE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0B6A2E5-7514-0961-B634-8E1EB280D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040038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9AD4FEBD-F223-E5C6-44B7-0E8AB77373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3397225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4A9AF90-B749-483D-D996-826AA2226942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FF9C85-4B39-87D5-6B1C-46DF80AA3C42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3C3E6-B68C-345D-0380-28895ED8465F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5980FB-2860-BC2A-F23D-74836F51B68F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A6855-5240-6466-97DB-FD5034BB31B8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安徽省</a:t>
            </a:r>
            <a:endParaRPr lang="en-GB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A7A8AF3-DA8D-3A0A-0FFD-BED4C0C630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870422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78E988C-98B4-7783-92AD-58FF522E4C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3007146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B10072-D9BE-9845-133E-C9DE13C7B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52930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1208D3-F0F2-6FE5-D94C-AAB5691B7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793734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70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1689-6548-0955-7AE5-0A95388C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7767A5-5CA5-CBC9-4CAC-1911951239FD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7153015-AB3B-1E68-C34C-D74B91EC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197723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EDC9E-1C59-27B4-EBE6-18705A4AB6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7411140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D3E9AB5-1104-B4AC-B980-500AB4E1EB25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1F3D753-DF88-21C3-E2F5-B4020ADBA5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804361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C44B6E7-E517-016F-AD3B-5B862EA81973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FDD3CB3-923D-4368-1C81-959288EFC2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8163011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2995B69-8EF8-4F56-9F25-C1CEE96E56A3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2D06C25B-E2C4-B0BF-00A9-B310C2372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4108467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513B294A-28CF-0D5B-4897-4F31C54D44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9695444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41A06DA-886D-DB35-4D6D-30664A570BEC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9B6C14-BC47-C97E-A19B-FB3D1C0CD7A0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53FD49-B73D-E63A-F2A9-14C5F605E271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3F0294-2BE5-BB25-4F4F-A7FD65208C09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B33934-C1C8-9874-5CB1-6DEBF5481981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福建省</a:t>
            </a:r>
            <a:endParaRPr lang="en-GB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12265D2-F27C-2432-84AC-5FC2628A2E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7201446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C94E419-AE64-FEF8-D228-5702BEBA50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7278487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E56439-F9BC-26E0-F131-5C023A367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791203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3E2BA2-E0D8-11E8-D4EC-17348B7D9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974008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46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2BFD-A506-DD90-7FB3-94B3B3BC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F99AF-46F3-9859-7EE0-C408C3EF9533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2DA6323-9F36-8C27-A379-91DA62D3B9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8387345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ABA8749-E10A-0316-7E95-C0BEB4F89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9040412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7BD006-05F3-8AFF-F292-175C21ADC849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9C8097D-BAB9-1EF0-D3C9-EC2EDF5F77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858225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295B37A-4164-479A-2D1A-1D66A07B32EB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99DE50C-B4B3-47D3-7537-3D16214F1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1815611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743C599-36F0-9609-D322-A2FDE877A22D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A6B0CE3-2C39-9383-41E3-24F1AB7E73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79667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D48F5CD-6903-8B60-8A5B-9BDA60663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2746974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3A523D8-771B-0247-078D-2C38A824C109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7DE290-5FF4-4399-3B19-44396CAB69A5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B0446C-A9C1-AB69-7A33-92E0DC6DB85A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280D68-C077-B4A4-37B8-7479E633EFEE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AE89C-9A50-4F8D-FEBE-7195FDF036F6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河南省</a:t>
            </a:r>
            <a:endParaRPr lang="en-GB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7945BEC-2F56-13D7-B04D-047CDD846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263715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112770-9297-A041-6F76-BA470EDF1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8800313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F411C9-530D-0EC8-F25B-F095301E4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510582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771E3F-6FBC-0217-8167-C8824AB84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519674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19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7493-ECDD-5E6B-608B-39F0D404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A04BA8-35C6-25A2-4AA7-F487B16A7258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69ADD50-8A66-7A52-5576-DDB5AC99DE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7563107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56830B4-16F5-B46F-B538-B00B3B2F2A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597023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C15FAD-C57D-7E7E-F918-2E9E7FAA9304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7A43E56-C9BE-F982-0126-DE2E7411C0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076968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E6F166E-0891-F1D7-2AB0-046A529618A3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6B020A9-DF3D-D450-71ED-0A14D0E39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79058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23662B3-62B6-23C9-B34E-1DCA480C2056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0B2622D-4675-7F92-0450-2923661302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48165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F8644B8-F2B6-9939-C858-5E65548E1B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4620379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A5D1A1E-4488-E99D-C9CA-A4197D15AB55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E04776-C225-26B2-E689-5C0197103581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7344CF-543F-9B48-B70C-6C60E5166D2C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710411-DE2E-916C-69BA-2D40938647BE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B940C4-A8F3-A01B-B287-9B982A02F40E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山东省</a:t>
            </a:r>
            <a:endParaRPr lang="en-GB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A995D93-90CA-5164-1414-23FB13970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5870683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1E4CEE7-EDA6-DDB4-6F83-FB06A40345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4703756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0D9114-6947-23A5-E7EE-E3E5B8A95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756761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76F673-B9BF-5533-0136-D7702BDD0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540287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40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D6F7-7AB9-03F2-F2E8-02B53A8F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BCA48D-4167-4842-E488-CB3F7C825207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F6AE998-6146-E630-F23D-B4BA4BC8CD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7265203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425D39E-2096-C2BC-2EFA-3BFEE8D8E4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5292806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718A2F3-BD93-4D65-759D-4FAD0E4305CD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EEDCAC8-115B-A289-6BF1-A075C4CE7E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047886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FADF2EF-DEC6-87D4-F4F8-8AE97BBA88C8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2FAF784-6358-2F77-F31C-C472B029CA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488960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A081255-42D3-603E-8766-08F26CECF6D6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1E202012-4865-7815-C449-DB8FC0BB3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910950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CB8E675F-56E7-54AB-43D6-44F9D2C43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8601944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A8575C4-1162-E1A1-BE43-E866AF771340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7BE083-46A2-A372-AD5D-46C01D371A66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A74385-00A5-DFDB-D121-6D78A343F027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1F80B2-E6A9-55AA-83D6-87A17650C4E5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9B1E53-099E-8859-C6DF-1D9A7B4D0E51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江西省</a:t>
            </a:r>
            <a:endParaRPr lang="en-GB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2632B95-6CF8-5B80-966C-B009E59E3F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0635017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E12DF28-48DF-02D6-CFE3-03EDEBC42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5839367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9FC0F5-2651-EDA6-2ABB-60972D139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350810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CE89B6-8DFD-1A1C-C276-C48D1B9A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92231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37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7103E1-A4C8-CF16-7281-AE111E76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C24C91-B276-2568-2596-EF5F10AC8DAC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7F75311-3C70-D8A3-E255-2983940467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1168630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8CBB6E2-A2C6-F4C7-E21E-DBA4E77348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4770412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EC6C22-5856-B2BE-6BDF-B3FED9FDCAFA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E244F09-FC15-6D8E-641D-85740577A5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401826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E0CF70A-0DF7-8B5C-C868-3C5C5BEFA452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3D3C3BE-1D2D-A117-7542-925450380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5173529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64D4A1D-53B1-3A2A-1ED1-8598B4E0636E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577EA2FC-F978-8744-5413-71DCAA44E0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4486079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A7F5E5AF-7A44-40FA-73F9-49A956CECD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0063509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A97709C-1C60-0CBA-CDCA-ECE0260D71DF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30A411-D149-C72B-7C86-E211B7B11FBA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CD64B0-4472-CB83-1160-C14F42168E26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C83A31-6924-A85F-EDFE-A861FD7D2B7E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F62C0-6AAB-6D5D-3CDA-B21C51D98D92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浙江省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47C2E82-F048-8D93-A608-4ADC7BF3E2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8169919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3C7DE59-1D4C-A110-45FA-F3ADACFB7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5000131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0FD74D-7703-6944-DD94-2FD4AD64A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271630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BFD52D-92FF-B358-4C48-D7B1452CB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812512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671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742182-A860-A2E2-B1D3-0589B7D1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C4B8DA-8788-5BBF-22ED-1887336D97E6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223E09-AA70-2848-3092-70B949F20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8076975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7722E15-FECD-0D95-E06D-762A02F1D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5006034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CAB73A4-918B-F70E-B77D-7088D7DA072D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A6FFB57-48A4-4580-8005-C77482CA3E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4924921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18B2D2B-ED37-54D4-BBB4-C704962D98D7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556E691-A227-4863-9F61-8ECB679499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091757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102AA8B-5783-2B13-B432-C75CBE5CBAC0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1B9C7901-FB15-E044-1EE4-A6331842E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759518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FA74F3E9-E2BF-6418-BF33-6A7FEEBCA0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831036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4B51A989-D041-AAEF-3E24-8D5ADF3DCDF1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D73B7D-A406-FC77-DBB1-35C4684DC581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B6790-1AA3-D485-F98C-C3ACFBDDCEDE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953114-91E8-875A-1312-E934825B5C31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F52EA-11BD-6353-1D95-3998DD3ED362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江苏省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142703E-09A3-D0E1-BA17-D3AE97CEDE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9279859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2BE73E-49C1-608A-17F0-45A056647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2639437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7E30C7-B04F-349B-032C-B1B6A9BF1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202424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75B347-76D2-8A44-7A2F-A918B0D10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489201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980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F75895-085F-EA76-AD67-92F34578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3C1075-65E4-3B82-1788-9E8570F16D2C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DC99C32-5838-607D-30BC-5104D30989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8533214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447FE17-AD1B-3347-292F-062702663E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760333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BB496A-7F3E-ECE2-36B2-488704B6AFB7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B79316B-9A56-1E59-D179-23766074C9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5300448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AC84EC0-9733-2E95-22E7-8A6D9915047E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6259710-3418-6134-3BB7-24D58C6C1C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2811845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FAB71B1-CA8D-2991-FD9C-0A3AF4FBC677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B262B8C-FB00-5C7D-E1A9-DF871180A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0488775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0751A09B-1494-70FB-5B06-B0D1EB2ECB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2681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E821264-4E2B-F757-B793-F70B5DB0F63B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3A952C-4A21-6EC3-F4FA-01065E31433C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F47656-280B-E8B9-50A5-83B23E41B216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6EE4F9-FA07-C941-71A6-9052C74E8064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2267E9-2A43-106F-3CEB-131210291975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北京市</a:t>
            </a:r>
            <a:endParaRPr lang="en-GB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11E600E-2B18-BC86-FAEE-2272A6FB01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9774859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8C1AB76-BFFB-1EE1-0C86-594D43E62B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6766931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4D4D93-AF1C-E7B9-C076-88AD884FC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380043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BAA844-C79C-D4B1-D7FC-961BB263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938588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631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DFEDD8-C3CC-AF7E-F4A0-611C1707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EFC518-F54C-51FA-F7F7-A19008C649AB}"/>
              </a:ext>
            </a:extLst>
          </p:cNvPr>
          <p:cNvSpPr txBox="1"/>
          <p:nvPr/>
        </p:nvSpPr>
        <p:spPr>
          <a:xfrm>
            <a:off x="180974" y="442614"/>
            <a:ext cx="180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公立二三级医院分销率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BD8FC9B-A8BB-95D1-E6FF-9710931F2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293981"/>
              </p:ext>
            </p:extLst>
          </p:nvPr>
        </p:nvGraphicFramePr>
        <p:xfrm>
          <a:off x="180975" y="761999"/>
          <a:ext cx="2943225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0C2F9DB-4CDE-59DD-83BC-B649B848A0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890010"/>
              </p:ext>
            </p:extLst>
          </p:nvPr>
        </p:nvGraphicFramePr>
        <p:xfrm>
          <a:off x="180974" y="3552824"/>
          <a:ext cx="2943225" cy="257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CD360FC-6790-F7BB-880A-358F4ABA0712}"/>
              </a:ext>
            </a:extLst>
          </p:cNvPr>
          <p:cNvSpPr txBox="1"/>
          <p:nvPr/>
        </p:nvSpPr>
        <p:spPr>
          <a:xfrm>
            <a:off x="3124199" y="456424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公立二三级环比拉动增长率</a:t>
            </a:r>
            <a:endParaRPr lang="en-GB" altLang="zh-CN" sz="12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F7997CB-23C1-DC89-48F0-D77FB0D280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9638506"/>
              </p:ext>
            </p:extLst>
          </p:nvPr>
        </p:nvGraphicFramePr>
        <p:xfrm>
          <a:off x="3203999" y="761998"/>
          <a:ext cx="2872951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DC05F84-C09A-91E6-1CC6-A788A060AD16}"/>
              </a:ext>
            </a:extLst>
          </p:cNvPr>
          <p:cNvSpPr txBox="1"/>
          <p:nvPr/>
        </p:nvSpPr>
        <p:spPr>
          <a:xfrm>
            <a:off x="6397196" y="6627168"/>
            <a:ext cx="5686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dirty="0"/>
              <a:t>YY-</a:t>
            </a:r>
            <a:r>
              <a:rPr lang="zh-CN" altLang="en-US" sz="900" dirty="0"/>
              <a:t>两季度都有销量；</a:t>
            </a:r>
            <a:r>
              <a:rPr lang="en-GB" altLang="zh-CN" sz="900" dirty="0"/>
              <a:t>YN-</a:t>
            </a:r>
            <a:r>
              <a:rPr lang="zh-CN" altLang="en-US" sz="900" dirty="0"/>
              <a:t>上季度有销量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当季无销量；</a:t>
            </a:r>
            <a:r>
              <a:rPr lang="en-GB" altLang="zh-CN" sz="900" dirty="0"/>
              <a:t>NY</a:t>
            </a:r>
            <a:r>
              <a:rPr lang="en-US" altLang="zh-CN" sz="900" dirty="0"/>
              <a:t>-</a:t>
            </a:r>
            <a:r>
              <a:rPr lang="zh-CN" altLang="en-US" sz="900" dirty="0"/>
              <a:t>上季度无销量</a:t>
            </a:r>
            <a:r>
              <a:rPr lang="en-GB" altLang="zh-CN" sz="900" dirty="0"/>
              <a:t>,</a:t>
            </a:r>
            <a:r>
              <a:rPr lang="zh-CN" altLang="en-US" sz="900" dirty="0"/>
              <a:t>当季度有销量；</a:t>
            </a:r>
            <a:r>
              <a:rPr lang="en-GB" altLang="zh-CN" sz="900" dirty="0"/>
              <a:t>NN</a:t>
            </a:r>
            <a:r>
              <a:rPr lang="en-US" altLang="zh-CN" sz="900" dirty="0"/>
              <a:t>-</a:t>
            </a:r>
            <a:r>
              <a:rPr lang="zh-CN" altLang="en-US" sz="900" dirty="0"/>
              <a:t>两季度都无销量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F78F698-1216-89B8-DE1A-052541BF8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029227"/>
              </p:ext>
            </p:extLst>
          </p:nvPr>
        </p:nvGraphicFramePr>
        <p:xfrm>
          <a:off x="3219449" y="3581397"/>
          <a:ext cx="2857500" cy="254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EFA1EEF-49BC-F443-9041-4FA73E558D5E}"/>
              </a:ext>
            </a:extLst>
          </p:cNvPr>
          <p:cNvSpPr txBox="1"/>
          <p:nvPr/>
        </p:nvSpPr>
        <p:spPr>
          <a:xfrm>
            <a:off x="6172198" y="300333"/>
            <a:ext cx="230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分型变化类型中（</a:t>
            </a:r>
            <a:r>
              <a:rPr lang="en-US" altLang="zh-CN" sz="1200" dirty="0"/>
              <a:t>AA</a:t>
            </a:r>
            <a:r>
              <a:rPr lang="en-US" altLang="zh-CN" sz="1200" dirty="0">
                <a:sym typeface="Wingdings" panose="05000000000000000000" pitchFamily="2" charset="2"/>
              </a:rPr>
              <a:t></a:t>
            </a:r>
            <a:r>
              <a:rPr lang="zh-CN" altLang="en-US" sz="1200" dirty="0">
                <a:sym typeface="Wingdings" panose="05000000000000000000" pitchFamily="2" charset="2"/>
              </a:rPr>
              <a:t>非</a:t>
            </a:r>
            <a:r>
              <a:rPr lang="en-GB" altLang="zh-CN" sz="1200" dirty="0">
                <a:sym typeface="Wingdings" panose="05000000000000000000" pitchFamily="2" charset="2"/>
              </a:rPr>
              <a:t>AA</a:t>
            </a:r>
            <a:r>
              <a:rPr lang="zh-CN" altLang="en-US" sz="1200" dirty="0"/>
              <a:t>）分销变化医院数量占比</a:t>
            </a:r>
            <a:endParaRPr lang="en-GB" altLang="zh-CN" sz="12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5A30524-42A1-BA47-EBC8-99C804BFB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6475689"/>
              </p:ext>
            </p:extLst>
          </p:nvPr>
        </p:nvGraphicFramePr>
        <p:xfrm>
          <a:off x="6172199" y="761998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D568861D-4F51-9B18-19C5-F256FA386C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656022"/>
              </p:ext>
            </p:extLst>
          </p:nvPr>
        </p:nvGraphicFramePr>
        <p:xfrm>
          <a:off x="6172199" y="3581397"/>
          <a:ext cx="2691974" cy="254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B608EEA-DAA6-5F2E-5810-F4CCC82CD0FE}"/>
              </a:ext>
            </a:extLst>
          </p:cNvPr>
          <p:cNvSpPr txBox="1"/>
          <p:nvPr/>
        </p:nvSpPr>
        <p:spPr>
          <a:xfrm>
            <a:off x="8959422" y="392665"/>
            <a:ext cx="211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dirty="0"/>
              <a:t>YY</a:t>
            </a:r>
            <a:r>
              <a:rPr lang="zh-CN" altLang="en-US" sz="1200" dirty="0"/>
              <a:t>医院销量环比增长率对比</a:t>
            </a:r>
            <a:endParaRPr lang="en-GB" altLang="zh-CN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4B65BA-83A7-562C-79B9-0276A8844964}"/>
              </a:ext>
            </a:extLst>
          </p:cNvPr>
          <p:cNvSpPr/>
          <p:nvPr/>
        </p:nvSpPr>
        <p:spPr>
          <a:xfrm>
            <a:off x="5067300" y="5619750"/>
            <a:ext cx="923925" cy="233363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97A9E4-D31E-8183-8537-27DEAB715834}"/>
              </a:ext>
            </a:extLst>
          </p:cNvPr>
          <p:cNvSpPr/>
          <p:nvPr/>
        </p:nvSpPr>
        <p:spPr>
          <a:xfrm>
            <a:off x="3345075" y="5853113"/>
            <a:ext cx="923925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2BCD48-665B-FAA1-13B7-093BF21760D2}"/>
              </a:ext>
            </a:extLst>
          </p:cNvPr>
          <p:cNvSpPr/>
          <p:nvPr/>
        </p:nvSpPr>
        <p:spPr>
          <a:xfrm>
            <a:off x="7518186" y="5829251"/>
            <a:ext cx="768563" cy="24289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9960B8-470D-B8C5-4B5E-01A910AC615D}"/>
              </a:ext>
            </a:extLst>
          </p:cNvPr>
          <p:cNvSpPr txBox="1"/>
          <p:nvPr/>
        </p:nvSpPr>
        <p:spPr>
          <a:xfrm>
            <a:off x="152397" y="66675"/>
            <a:ext cx="168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上海市</a:t>
            </a:r>
            <a:endParaRPr lang="en-GB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99849B3-75D1-ADCA-9EC6-FF960640C0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52890"/>
              </p:ext>
            </p:extLst>
          </p:nvPr>
        </p:nvGraphicFramePr>
        <p:xfrm>
          <a:off x="8965344" y="761998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789F1D3-7984-6FE2-56B0-92F568482E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588045"/>
              </p:ext>
            </p:extLst>
          </p:nvPr>
        </p:nvGraphicFramePr>
        <p:xfrm>
          <a:off x="8959422" y="3581397"/>
          <a:ext cx="3124200" cy="2528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A3ED59-B9B4-241F-51A9-37A4CBB54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604713"/>
              </p:ext>
            </p:extLst>
          </p:nvPr>
        </p:nvGraphicFramePr>
        <p:xfrm>
          <a:off x="6772275" y="1019170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072B66-9BC3-CBBE-70B5-AF6AC2AD0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603717"/>
              </p:ext>
            </p:extLst>
          </p:nvPr>
        </p:nvGraphicFramePr>
        <p:xfrm>
          <a:off x="6772275" y="3822056"/>
          <a:ext cx="1990730" cy="17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390">
                  <a:extLst>
                    <a:ext uri="{9D8B030D-6E8A-4147-A177-3AD203B41FA5}">
                      <a16:colId xmlns:a16="http://schemas.microsoft.com/office/drawing/2014/main" val="818636778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983675125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4461407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676280692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1096962230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056987283"/>
                    </a:ext>
                  </a:extLst>
                </a:gridCol>
                <a:gridCol w="284390">
                  <a:extLst>
                    <a:ext uri="{9D8B030D-6E8A-4147-A177-3AD203B41FA5}">
                      <a16:colId xmlns:a16="http://schemas.microsoft.com/office/drawing/2014/main" val="3972517047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5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74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1306</Words>
  <Application>Microsoft Office PowerPoint</Application>
  <PresentationFormat>宽屏</PresentationFormat>
  <Paragraphs>307</Paragraphs>
  <Slides>12</Slides>
  <Notes>0</Notes>
  <HiddenSlides>4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Zhang</dc:creator>
  <cp:lastModifiedBy>Yiqun Dai</cp:lastModifiedBy>
  <cp:revision>1</cp:revision>
  <dcterms:created xsi:type="dcterms:W3CDTF">2025-11-24T03:02:59Z</dcterms:created>
  <dcterms:modified xsi:type="dcterms:W3CDTF">2025-11-26T09:05:13Z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d96aa77-7762-4c34-b9f0-7d6a55545bbc_Enabled">
    <vt:lpwstr>true</vt:lpwstr>
  </property>
  <property fmtid="{D5CDD505-2E9C-101B-9397-08002B2CF9AE}" pid="3" name="MSIP_Label_ed96aa77-7762-4c34-b9f0-7d6a55545bbc_SetDate">
    <vt:lpwstr>2025-11-24T03:35:31Z</vt:lpwstr>
  </property>
  <property fmtid="{D5CDD505-2E9C-101B-9397-08002B2CF9AE}" pid="4" name="MSIP_Label_ed96aa77-7762-4c34-b9f0-7d6a55545bbc_Method">
    <vt:lpwstr>Privileged</vt:lpwstr>
  </property>
  <property fmtid="{D5CDD505-2E9C-101B-9397-08002B2CF9AE}" pid="5" name="MSIP_Label_ed96aa77-7762-4c34-b9f0-7d6a55545bbc_Name">
    <vt:lpwstr>Proprietary</vt:lpwstr>
  </property>
  <property fmtid="{D5CDD505-2E9C-101B-9397-08002B2CF9AE}" pid="6" name="MSIP_Label_ed96aa77-7762-4c34-b9f0-7d6a55545bbc_SiteId">
    <vt:lpwstr>b7dcea4e-d150-4ba1-8b2a-c8b27a75525c</vt:lpwstr>
  </property>
  <property fmtid="{D5CDD505-2E9C-101B-9397-08002B2CF9AE}" pid="7" name="MSIP_Label_ed96aa77-7762-4c34-b9f0-7d6a55545bbc_ActionId">
    <vt:lpwstr>d7e0562c-a6cc-4396-8b6b-59ff3cd62ee2</vt:lpwstr>
  </property>
  <property fmtid="{D5CDD505-2E9C-101B-9397-08002B2CF9AE}" pid="8" name="MSIP_Label_ed96aa77-7762-4c34-b9f0-7d6a55545bbc_ContentBits">
    <vt:lpwstr>0</vt:lpwstr>
  </property>
  <property fmtid="{D5CDD505-2E9C-101B-9397-08002B2CF9AE}" pid="9" name="MSIP_Label_ed96aa77-7762-4c34-b9f0-7d6a55545bbc_Tag">
    <vt:lpwstr>10, 0, 1, 1</vt:lpwstr>
  </property>
</Properties>
</file>