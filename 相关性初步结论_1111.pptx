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7" r:id="rId2"/>
    <p:sldId id="260" r:id="rId3"/>
    <p:sldId id="265" r:id="rId4"/>
    <p:sldId id="262" r:id="rId5"/>
    <p:sldId id="263" r:id="rId6"/>
    <p:sldId id="268" r:id="rId7"/>
    <p:sldId id="270" r:id="rId8"/>
    <p:sldId id="275" r:id="rId9"/>
    <p:sldId id="269" r:id="rId10"/>
    <p:sldId id="274" r:id="rId11"/>
    <p:sldId id="266" r:id="rId12"/>
    <p:sldId id="256" r:id="rId13"/>
    <p:sldId id="257" r:id="rId14"/>
    <p:sldId id="258" r:id="rId15"/>
    <p:sldId id="259" r:id="rId16"/>
    <p:sldId id="261" r:id="rId17"/>
    <p:sldId id="271"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AF96E6"/>
    <a:srgbClr val="ECECFF"/>
    <a:srgbClr val="FFFFFF"/>
    <a:srgbClr val="6600CC"/>
    <a:srgbClr val="007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3B87E4-0CF4-4C8D-B229-303153577A41}" v="20" dt="2025-11-11T07:49:44.6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47" autoAdjust="0"/>
  </p:normalViewPr>
  <p:slideViewPr>
    <p:cSldViewPr snapToGrid="0">
      <p:cViewPr varScale="1">
        <p:scale>
          <a:sx n="107" d="100"/>
          <a:sy n="107" d="100"/>
        </p:scale>
        <p:origin x="672" y="78"/>
      </p:cViewPr>
      <p:guideLst>
        <p:guide orient="horz" pos="2160"/>
        <p:guide pos="3840"/>
        <p:guide pos="1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hang" userId="d98667d2-67df-43fb-87c5-85c95e36c0cf" providerId="ADAL" clId="{4449A801-BA1D-4D35-8CEC-C11C7371222F}"/>
    <pc:docChg chg="undo custSel modSld">
      <pc:chgData name="Xin Zhang" userId="d98667d2-67df-43fb-87c5-85c95e36c0cf" providerId="ADAL" clId="{4449A801-BA1D-4D35-8CEC-C11C7371222F}" dt="2025-11-11T07:50:51.255" v="285" actId="14100"/>
      <pc:docMkLst>
        <pc:docMk/>
      </pc:docMkLst>
      <pc:sldChg chg="addSp delSp modSp mod">
        <pc:chgData name="Xin Zhang" userId="d98667d2-67df-43fb-87c5-85c95e36c0cf" providerId="ADAL" clId="{4449A801-BA1D-4D35-8CEC-C11C7371222F}" dt="2025-11-11T07:40:35.535" v="215" actId="1076"/>
        <pc:sldMkLst>
          <pc:docMk/>
          <pc:sldMk cId="2025898799" sldId="260"/>
        </pc:sldMkLst>
        <pc:spChg chg="mod">
          <ac:chgData name="Xin Zhang" userId="d98667d2-67df-43fb-87c5-85c95e36c0cf" providerId="ADAL" clId="{4449A801-BA1D-4D35-8CEC-C11C7371222F}" dt="2025-11-11T07:40:35.535" v="215" actId="1076"/>
          <ac:spMkLst>
            <pc:docMk/>
            <pc:sldMk cId="2025898799" sldId="260"/>
            <ac:spMk id="2" creationId="{1E385C4B-5F34-E783-B0A8-A63DA2051C3D}"/>
          </ac:spMkLst>
        </pc:spChg>
        <pc:spChg chg="add mod">
          <ac:chgData name="Xin Zhang" userId="d98667d2-67df-43fb-87c5-85c95e36c0cf" providerId="ADAL" clId="{4449A801-BA1D-4D35-8CEC-C11C7371222F}" dt="2025-11-11T07:07:56.741" v="83" actId="2085"/>
          <ac:spMkLst>
            <pc:docMk/>
            <pc:sldMk cId="2025898799" sldId="260"/>
            <ac:spMk id="4" creationId="{86E33FC8-5420-7421-BFB0-C12AD7B4CF21}"/>
          </ac:spMkLst>
        </pc:spChg>
        <pc:spChg chg="add mod">
          <ac:chgData name="Xin Zhang" userId="d98667d2-67df-43fb-87c5-85c95e36c0cf" providerId="ADAL" clId="{4449A801-BA1D-4D35-8CEC-C11C7371222F}" dt="2025-11-11T07:05:34.178" v="80" actId="208"/>
          <ac:spMkLst>
            <pc:docMk/>
            <pc:sldMk cId="2025898799" sldId="260"/>
            <ac:spMk id="5" creationId="{EDA245E5-69F6-289E-0023-9E0A970D899F}"/>
          </ac:spMkLst>
        </pc:spChg>
        <pc:spChg chg="add mod">
          <ac:chgData name="Xin Zhang" userId="d98667d2-67df-43fb-87c5-85c95e36c0cf" providerId="ADAL" clId="{4449A801-BA1D-4D35-8CEC-C11C7371222F}" dt="2025-11-11T07:05:34.178" v="80" actId="208"/>
          <ac:spMkLst>
            <pc:docMk/>
            <pc:sldMk cId="2025898799" sldId="260"/>
            <ac:spMk id="6" creationId="{01D15FE8-A358-B29E-B1FF-724A33BB36C1}"/>
          </ac:spMkLst>
        </pc:spChg>
        <pc:spChg chg="add del">
          <ac:chgData name="Xin Zhang" userId="d98667d2-67df-43fb-87c5-85c95e36c0cf" providerId="ADAL" clId="{4449A801-BA1D-4D35-8CEC-C11C7371222F}" dt="2025-11-11T06:50:53.927" v="38" actId="478"/>
          <ac:spMkLst>
            <pc:docMk/>
            <pc:sldMk cId="2025898799" sldId="260"/>
            <ac:spMk id="13" creationId="{9C95D2C3-CBC2-D6FC-700D-CB2A517C4EB3}"/>
          </ac:spMkLst>
        </pc:spChg>
        <pc:spChg chg="add mod">
          <ac:chgData name="Xin Zhang" userId="d98667d2-67df-43fb-87c5-85c95e36c0cf" providerId="ADAL" clId="{4449A801-BA1D-4D35-8CEC-C11C7371222F}" dt="2025-11-11T07:05:34.178" v="80" actId="208"/>
          <ac:spMkLst>
            <pc:docMk/>
            <pc:sldMk cId="2025898799" sldId="260"/>
            <ac:spMk id="14" creationId="{74A2521E-B702-4D19-7778-091FB3EF036A}"/>
          </ac:spMkLst>
        </pc:spChg>
        <pc:spChg chg="add mod">
          <ac:chgData name="Xin Zhang" userId="d98667d2-67df-43fb-87c5-85c95e36c0cf" providerId="ADAL" clId="{4449A801-BA1D-4D35-8CEC-C11C7371222F}" dt="2025-11-11T07:05:34.178" v="80" actId="208"/>
          <ac:spMkLst>
            <pc:docMk/>
            <pc:sldMk cId="2025898799" sldId="260"/>
            <ac:spMk id="15" creationId="{B9730A06-9E61-D88C-9FB8-57D18C86E92D}"/>
          </ac:spMkLst>
        </pc:spChg>
        <pc:spChg chg="add mod">
          <ac:chgData name="Xin Zhang" userId="d98667d2-67df-43fb-87c5-85c95e36c0cf" providerId="ADAL" clId="{4449A801-BA1D-4D35-8CEC-C11C7371222F}" dt="2025-11-11T07:05:34.178" v="80" actId="208"/>
          <ac:spMkLst>
            <pc:docMk/>
            <pc:sldMk cId="2025898799" sldId="260"/>
            <ac:spMk id="16" creationId="{1EA84823-664A-2A21-265C-58D22314E5A3}"/>
          </ac:spMkLst>
        </pc:spChg>
        <pc:grpChg chg="mod">
          <ac:chgData name="Xin Zhang" userId="d98667d2-67df-43fb-87c5-85c95e36c0cf" providerId="ADAL" clId="{4449A801-BA1D-4D35-8CEC-C11C7371222F}" dt="2025-11-11T06:53:16.469" v="49" actId="164"/>
          <ac:grpSpMkLst>
            <pc:docMk/>
            <pc:sldMk cId="2025898799" sldId="260"/>
            <ac:grpSpMk id="3" creationId="{C2A3D6AA-8502-5E0E-3EDB-08326F8CFA17}"/>
          </ac:grpSpMkLst>
        </pc:grpChg>
        <pc:grpChg chg="add mod">
          <ac:chgData name="Xin Zhang" userId="d98667d2-67df-43fb-87c5-85c95e36c0cf" providerId="ADAL" clId="{4449A801-BA1D-4D35-8CEC-C11C7371222F}" dt="2025-11-11T06:53:16.469" v="49" actId="164"/>
          <ac:grpSpMkLst>
            <pc:docMk/>
            <pc:sldMk cId="2025898799" sldId="260"/>
            <ac:grpSpMk id="17" creationId="{9A454332-381C-7AC4-44DD-C548560F9B07}"/>
          </ac:grpSpMkLst>
        </pc:grpChg>
      </pc:sldChg>
      <pc:sldChg chg="addSp delSp modSp mod">
        <pc:chgData name="Xin Zhang" userId="d98667d2-67df-43fb-87c5-85c95e36c0cf" providerId="ADAL" clId="{4449A801-BA1D-4D35-8CEC-C11C7371222F}" dt="2025-11-11T07:40:40.241" v="217" actId="1076"/>
        <pc:sldMkLst>
          <pc:docMk/>
          <pc:sldMk cId="2463916853" sldId="262"/>
        </pc:sldMkLst>
        <pc:spChg chg="mod ord">
          <ac:chgData name="Xin Zhang" userId="d98667d2-67df-43fb-87c5-85c95e36c0cf" providerId="ADAL" clId="{4449A801-BA1D-4D35-8CEC-C11C7371222F}" dt="2025-11-11T07:40:40.241" v="217" actId="1076"/>
          <ac:spMkLst>
            <pc:docMk/>
            <pc:sldMk cId="2463916853" sldId="262"/>
            <ac:spMk id="3" creationId="{B7E9C78D-B010-63C9-6C2F-7DC6C6F16293}"/>
          </ac:spMkLst>
        </pc:spChg>
        <pc:spChg chg="add mod">
          <ac:chgData name="Xin Zhang" userId="d98667d2-67df-43fb-87c5-85c95e36c0cf" providerId="ADAL" clId="{4449A801-BA1D-4D35-8CEC-C11C7371222F}" dt="2025-11-11T07:38:41.174" v="201" actId="164"/>
          <ac:spMkLst>
            <pc:docMk/>
            <pc:sldMk cId="2463916853" sldId="262"/>
            <ac:spMk id="10" creationId="{A3327696-9A62-B49E-A1BB-4631F3866521}"/>
          </ac:spMkLst>
        </pc:spChg>
        <pc:spChg chg="add del">
          <ac:chgData name="Xin Zhang" userId="d98667d2-67df-43fb-87c5-85c95e36c0cf" providerId="ADAL" clId="{4449A801-BA1D-4D35-8CEC-C11C7371222F}" dt="2025-11-11T07:33:10.009" v="145" actId="478"/>
          <ac:spMkLst>
            <pc:docMk/>
            <pc:sldMk cId="2463916853" sldId="262"/>
            <ac:spMk id="11" creationId="{05AE6740-4B02-5E62-A299-F0FDC228504E}"/>
          </ac:spMkLst>
        </pc:spChg>
        <pc:spChg chg="add mod">
          <ac:chgData name="Xin Zhang" userId="d98667d2-67df-43fb-87c5-85c95e36c0cf" providerId="ADAL" clId="{4449A801-BA1D-4D35-8CEC-C11C7371222F}" dt="2025-11-11T07:38:41.174" v="201" actId="164"/>
          <ac:spMkLst>
            <pc:docMk/>
            <pc:sldMk cId="2463916853" sldId="262"/>
            <ac:spMk id="31" creationId="{98460847-CEBF-E5D0-9AA1-809126FA5E81}"/>
          </ac:spMkLst>
        </pc:spChg>
        <pc:spChg chg="add mod">
          <ac:chgData name="Xin Zhang" userId="d98667d2-67df-43fb-87c5-85c95e36c0cf" providerId="ADAL" clId="{4449A801-BA1D-4D35-8CEC-C11C7371222F}" dt="2025-11-11T07:38:41.174" v="201" actId="164"/>
          <ac:spMkLst>
            <pc:docMk/>
            <pc:sldMk cId="2463916853" sldId="262"/>
            <ac:spMk id="32" creationId="{BC98B79A-8DEB-DC4F-BA9E-5F724FB15D03}"/>
          </ac:spMkLst>
        </pc:spChg>
        <pc:spChg chg="add del">
          <ac:chgData name="Xin Zhang" userId="d98667d2-67df-43fb-87c5-85c95e36c0cf" providerId="ADAL" clId="{4449A801-BA1D-4D35-8CEC-C11C7371222F}" dt="2025-11-11T07:33:52.858" v="149" actId="478"/>
          <ac:spMkLst>
            <pc:docMk/>
            <pc:sldMk cId="2463916853" sldId="262"/>
            <ac:spMk id="33" creationId="{EF3779E8-4FF3-E8A2-5438-8F4A983727A2}"/>
          </ac:spMkLst>
        </pc:spChg>
        <pc:spChg chg="add del mod">
          <ac:chgData name="Xin Zhang" userId="d98667d2-67df-43fb-87c5-85c95e36c0cf" providerId="ADAL" clId="{4449A801-BA1D-4D35-8CEC-C11C7371222F}" dt="2025-11-11T07:38:01.208" v="196" actId="478"/>
          <ac:spMkLst>
            <pc:docMk/>
            <pc:sldMk cId="2463916853" sldId="262"/>
            <ac:spMk id="43" creationId="{207F7583-A9B1-5C65-78DE-D3CCC2F9C1D6}"/>
          </ac:spMkLst>
        </pc:spChg>
        <pc:spChg chg="add mod">
          <ac:chgData name="Xin Zhang" userId="d98667d2-67df-43fb-87c5-85c95e36c0cf" providerId="ADAL" clId="{4449A801-BA1D-4D35-8CEC-C11C7371222F}" dt="2025-11-11T07:38:41.174" v="201" actId="164"/>
          <ac:spMkLst>
            <pc:docMk/>
            <pc:sldMk cId="2463916853" sldId="262"/>
            <ac:spMk id="44" creationId="{21FDCCA9-AE1C-D2C3-4DD8-8553BFD153C2}"/>
          </ac:spMkLst>
        </pc:spChg>
        <pc:spChg chg="add del">
          <ac:chgData name="Xin Zhang" userId="d98667d2-67df-43fb-87c5-85c95e36c0cf" providerId="ADAL" clId="{4449A801-BA1D-4D35-8CEC-C11C7371222F}" dt="2025-11-11T07:34:23.054" v="153" actId="478"/>
          <ac:spMkLst>
            <pc:docMk/>
            <pc:sldMk cId="2463916853" sldId="262"/>
            <ac:spMk id="45" creationId="{46CA4658-22E1-6D4B-390F-CE02E0CADB8D}"/>
          </ac:spMkLst>
        </pc:spChg>
        <pc:spChg chg="add mod">
          <ac:chgData name="Xin Zhang" userId="d98667d2-67df-43fb-87c5-85c95e36c0cf" providerId="ADAL" clId="{4449A801-BA1D-4D35-8CEC-C11C7371222F}" dt="2025-11-11T07:38:41.174" v="201" actId="164"/>
          <ac:spMkLst>
            <pc:docMk/>
            <pc:sldMk cId="2463916853" sldId="262"/>
            <ac:spMk id="46" creationId="{9132FD67-596E-9721-950B-D4C9580DF510}"/>
          </ac:spMkLst>
        </pc:spChg>
        <pc:spChg chg="add del">
          <ac:chgData name="Xin Zhang" userId="d98667d2-67df-43fb-87c5-85c95e36c0cf" providerId="ADAL" clId="{4449A801-BA1D-4D35-8CEC-C11C7371222F}" dt="2025-11-11T07:34:42.336" v="156" actId="11529"/>
          <ac:spMkLst>
            <pc:docMk/>
            <pc:sldMk cId="2463916853" sldId="262"/>
            <ac:spMk id="47" creationId="{6E2B2353-DCA0-F8E0-65BC-46BFE920337A}"/>
          </ac:spMkLst>
        </pc:spChg>
        <pc:spChg chg="add del">
          <ac:chgData name="Xin Zhang" userId="d98667d2-67df-43fb-87c5-85c95e36c0cf" providerId="ADAL" clId="{4449A801-BA1D-4D35-8CEC-C11C7371222F}" dt="2025-11-11T07:34:47.974" v="158" actId="11529"/>
          <ac:spMkLst>
            <pc:docMk/>
            <pc:sldMk cId="2463916853" sldId="262"/>
            <ac:spMk id="48" creationId="{15D14E8D-EAD8-E724-B607-598B0F0FAC75}"/>
          </ac:spMkLst>
        </pc:spChg>
        <pc:spChg chg="add del">
          <ac:chgData name="Xin Zhang" userId="d98667d2-67df-43fb-87c5-85c95e36c0cf" providerId="ADAL" clId="{4449A801-BA1D-4D35-8CEC-C11C7371222F}" dt="2025-11-11T07:34:57.619" v="160" actId="478"/>
          <ac:spMkLst>
            <pc:docMk/>
            <pc:sldMk cId="2463916853" sldId="262"/>
            <ac:spMk id="49" creationId="{8A7243E6-1801-AE94-FA41-FED52B226F27}"/>
          </ac:spMkLst>
        </pc:spChg>
        <pc:spChg chg="add mod">
          <ac:chgData name="Xin Zhang" userId="d98667d2-67df-43fb-87c5-85c95e36c0cf" providerId="ADAL" clId="{4449A801-BA1D-4D35-8CEC-C11C7371222F}" dt="2025-11-11T07:38:53.022" v="203" actId="208"/>
          <ac:spMkLst>
            <pc:docMk/>
            <pc:sldMk cId="2463916853" sldId="262"/>
            <ac:spMk id="50" creationId="{1B659CF2-1E3B-9DC5-A43D-5CAFF411BBC8}"/>
          </ac:spMkLst>
        </pc:spChg>
        <pc:spChg chg="add del">
          <ac:chgData name="Xin Zhang" userId="d98667d2-67df-43fb-87c5-85c95e36c0cf" providerId="ADAL" clId="{4449A801-BA1D-4D35-8CEC-C11C7371222F}" dt="2025-11-11T07:35:28.766" v="163" actId="478"/>
          <ac:spMkLst>
            <pc:docMk/>
            <pc:sldMk cId="2463916853" sldId="262"/>
            <ac:spMk id="51" creationId="{156EAB35-1FEC-C929-3113-0984BB810493}"/>
          </ac:spMkLst>
        </pc:spChg>
        <pc:spChg chg="add del">
          <ac:chgData name="Xin Zhang" userId="d98667d2-67df-43fb-87c5-85c95e36c0cf" providerId="ADAL" clId="{4449A801-BA1D-4D35-8CEC-C11C7371222F}" dt="2025-11-11T07:35:40.722" v="165" actId="478"/>
          <ac:spMkLst>
            <pc:docMk/>
            <pc:sldMk cId="2463916853" sldId="262"/>
            <ac:spMk id="52" creationId="{B3FB5CE1-156F-29F9-4803-A3AAA52238F9}"/>
          </ac:spMkLst>
        </pc:spChg>
        <pc:spChg chg="add del">
          <ac:chgData name="Xin Zhang" userId="d98667d2-67df-43fb-87c5-85c95e36c0cf" providerId="ADAL" clId="{4449A801-BA1D-4D35-8CEC-C11C7371222F}" dt="2025-11-11T07:35:48.737" v="167" actId="478"/>
          <ac:spMkLst>
            <pc:docMk/>
            <pc:sldMk cId="2463916853" sldId="262"/>
            <ac:spMk id="53" creationId="{EDD0CB0F-B8C0-31EA-8E8E-7F4CFF3EB535}"/>
          </ac:spMkLst>
        </pc:spChg>
        <pc:spChg chg="add del">
          <ac:chgData name="Xin Zhang" userId="d98667d2-67df-43fb-87c5-85c95e36c0cf" providerId="ADAL" clId="{4449A801-BA1D-4D35-8CEC-C11C7371222F}" dt="2025-11-11T07:35:55.119" v="169" actId="478"/>
          <ac:spMkLst>
            <pc:docMk/>
            <pc:sldMk cId="2463916853" sldId="262"/>
            <ac:spMk id="54" creationId="{CE256E86-6AF5-83D6-74A4-D374DF29630B}"/>
          </ac:spMkLst>
        </pc:spChg>
        <pc:spChg chg="add del mod">
          <ac:chgData name="Xin Zhang" userId="d98667d2-67df-43fb-87c5-85c95e36c0cf" providerId="ADAL" clId="{4449A801-BA1D-4D35-8CEC-C11C7371222F}" dt="2025-11-11T07:36:43.200" v="189" actId="478"/>
          <ac:spMkLst>
            <pc:docMk/>
            <pc:sldMk cId="2463916853" sldId="262"/>
            <ac:spMk id="55" creationId="{E53CCF6C-FDF7-D53D-6B3B-88C9D9600EF1}"/>
          </ac:spMkLst>
        </pc:spChg>
        <pc:spChg chg="add mod">
          <ac:chgData name="Xin Zhang" userId="d98667d2-67df-43fb-87c5-85c95e36c0cf" providerId="ADAL" clId="{4449A801-BA1D-4D35-8CEC-C11C7371222F}" dt="2025-11-11T07:36:39.471" v="187" actId="571"/>
          <ac:spMkLst>
            <pc:docMk/>
            <pc:sldMk cId="2463916853" sldId="262"/>
            <ac:spMk id="56" creationId="{DA0C8C1D-8B78-6594-BF41-2E3745C8EBA5}"/>
          </ac:spMkLst>
        </pc:spChg>
        <pc:spChg chg="add mod">
          <ac:chgData name="Xin Zhang" userId="d98667d2-67df-43fb-87c5-85c95e36c0cf" providerId="ADAL" clId="{4449A801-BA1D-4D35-8CEC-C11C7371222F}" dt="2025-11-11T07:36:39.471" v="187" actId="571"/>
          <ac:spMkLst>
            <pc:docMk/>
            <pc:sldMk cId="2463916853" sldId="262"/>
            <ac:spMk id="57" creationId="{5D7A3225-9FDE-FE63-908B-0DA1F7B397B1}"/>
          </ac:spMkLst>
        </pc:spChg>
        <pc:spChg chg="add mod">
          <ac:chgData name="Xin Zhang" userId="d98667d2-67df-43fb-87c5-85c95e36c0cf" providerId="ADAL" clId="{4449A801-BA1D-4D35-8CEC-C11C7371222F}" dt="2025-11-11T07:38:41.174" v="201" actId="164"/>
          <ac:spMkLst>
            <pc:docMk/>
            <pc:sldMk cId="2463916853" sldId="262"/>
            <ac:spMk id="58" creationId="{44EA33CB-470F-2713-DBE7-CF9B68DC8A8F}"/>
          </ac:spMkLst>
        </pc:spChg>
        <pc:spChg chg="add mod">
          <ac:chgData name="Xin Zhang" userId="d98667d2-67df-43fb-87c5-85c95e36c0cf" providerId="ADAL" clId="{4449A801-BA1D-4D35-8CEC-C11C7371222F}" dt="2025-11-11T07:39:45.914" v="213" actId="14100"/>
          <ac:spMkLst>
            <pc:docMk/>
            <pc:sldMk cId="2463916853" sldId="262"/>
            <ac:spMk id="59" creationId="{471C6A5C-7FDE-6DA4-0303-9933CB2C069E}"/>
          </ac:spMkLst>
        </pc:spChg>
        <pc:spChg chg="add mod">
          <ac:chgData name="Xin Zhang" userId="d98667d2-67df-43fb-87c5-85c95e36c0cf" providerId="ADAL" clId="{4449A801-BA1D-4D35-8CEC-C11C7371222F}" dt="2025-11-11T07:39:04.029" v="207" actId="1037"/>
          <ac:spMkLst>
            <pc:docMk/>
            <pc:sldMk cId="2463916853" sldId="262"/>
            <ac:spMk id="60" creationId="{0623DD20-5CF0-63D2-8B5A-587A2FA50C0D}"/>
          </ac:spMkLst>
        </pc:spChg>
        <pc:grpChg chg="add mod">
          <ac:chgData name="Xin Zhang" userId="d98667d2-67df-43fb-87c5-85c95e36c0cf" providerId="ADAL" clId="{4449A801-BA1D-4D35-8CEC-C11C7371222F}" dt="2025-11-11T07:38:41.174" v="201" actId="164"/>
          <ac:grpSpMkLst>
            <pc:docMk/>
            <pc:sldMk cId="2463916853" sldId="262"/>
            <ac:grpSpMk id="61" creationId="{F142A52F-00F9-CCC8-59F1-3E186BDF3415}"/>
          </ac:grpSpMkLst>
        </pc:grpChg>
        <pc:picChg chg="mod">
          <ac:chgData name="Xin Zhang" userId="d98667d2-67df-43fb-87c5-85c95e36c0cf" providerId="ADAL" clId="{4449A801-BA1D-4D35-8CEC-C11C7371222F}" dt="2025-11-11T07:36:19.152" v="178" actId="1076"/>
          <ac:picMkLst>
            <pc:docMk/>
            <pc:sldMk cId="2463916853" sldId="262"/>
            <ac:picMk id="12" creationId="{74CEF7B9-86EF-FC29-322C-4BAE8ADE93A5}"/>
          </ac:picMkLst>
        </pc:picChg>
      </pc:sldChg>
      <pc:sldChg chg="addSp delSp modSp mod">
        <pc:chgData name="Xin Zhang" userId="d98667d2-67df-43fb-87c5-85c95e36c0cf" providerId="ADAL" clId="{4449A801-BA1D-4D35-8CEC-C11C7371222F}" dt="2025-11-11T07:50:16.346" v="283" actId="14100"/>
        <pc:sldMkLst>
          <pc:docMk/>
          <pc:sldMk cId="3227372209" sldId="263"/>
        </pc:sldMkLst>
        <pc:spChg chg="add mod">
          <ac:chgData name="Xin Zhang" userId="d98667d2-67df-43fb-87c5-85c95e36c0cf" providerId="ADAL" clId="{4449A801-BA1D-4D35-8CEC-C11C7371222F}" dt="2025-11-11T07:49:44.674" v="281" actId="164"/>
          <ac:spMkLst>
            <pc:docMk/>
            <pc:sldMk cId="3227372209" sldId="263"/>
            <ac:spMk id="2" creationId="{592E5103-5DD4-BA36-73E6-9F96764B50CE}"/>
          </ac:spMkLst>
        </pc:spChg>
        <pc:spChg chg="mod">
          <ac:chgData name="Xin Zhang" userId="d98667d2-67df-43fb-87c5-85c95e36c0cf" providerId="ADAL" clId="{4449A801-BA1D-4D35-8CEC-C11C7371222F}" dt="2025-11-11T07:40:44.508" v="218" actId="1076"/>
          <ac:spMkLst>
            <pc:docMk/>
            <pc:sldMk cId="3227372209" sldId="263"/>
            <ac:spMk id="3" creationId="{D4A6EBEE-EFAE-256C-7E27-BFB43BA0AF19}"/>
          </ac:spMkLst>
        </pc:spChg>
        <pc:spChg chg="add mod">
          <ac:chgData name="Xin Zhang" userId="d98667d2-67df-43fb-87c5-85c95e36c0cf" providerId="ADAL" clId="{4449A801-BA1D-4D35-8CEC-C11C7371222F}" dt="2025-11-11T07:49:44.674" v="281" actId="164"/>
          <ac:spMkLst>
            <pc:docMk/>
            <pc:sldMk cId="3227372209" sldId="263"/>
            <ac:spMk id="21" creationId="{7FF7DFE8-BDF0-1C1C-3406-5BB79DF45D00}"/>
          </ac:spMkLst>
        </pc:spChg>
        <pc:spChg chg="add del">
          <ac:chgData name="Xin Zhang" userId="d98667d2-67df-43fb-87c5-85c95e36c0cf" providerId="ADAL" clId="{4449A801-BA1D-4D35-8CEC-C11C7371222F}" dt="2025-11-11T07:43:08.525" v="223" actId="478"/>
          <ac:spMkLst>
            <pc:docMk/>
            <pc:sldMk cId="3227372209" sldId="263"/>
            <ac:spMk id="22" creationId="{43475631-D9E0-7E59-8A13-A282F1D3FDEE}"/>
          </ac:spMkLst>
        </pc:spChg>
        <pc:spChg chg="add del">
          <ac:chgData name="Xin Zhang" userId="d98667d2-67df-43fb-87c5-85c95e36c0cf" providerId="ADAL" clId="{4449A801-BA1D-4D35-8CEC-C11C7371222F}" dt="2025-11-11T07:44:45.020" v="225" actId="478"/>
          <ac:spMkLst>
            <pc:docMk/>
            <pc:sldMk cId="3227372209" sldId="263"/>
            <ac:spMk id="23" creationId="{C2432E18-ABF0-614D-E0B0-2C50D8F539C2}"/>
          </ac:spMkLst>
        </pc:spChg>
        <pc:spChg chg="add del mod">
          <ac:chgData name="Xin Zhang" userId="d98667d2-67df-43fb-87c5-85c95e36c0cf" providerId="ADAL" clId="{4449A801-BA1D-4D35-8CEC-C11C7371222F}" dt="2025-11-11T07:46:47.327" v="244" actId="478"/>
          <ac:spMkLst>
            <pc:docMk/>
            <pc:sldMk cId="3227372209" sldId="263"/>
            <ac:spMk id="24" creationId="{14D29048-5001-9F8C-719C-BCD4BD4C426E}"/>
          </ac:spMkLst>
        </pc:spChg>
        <pc:spChg chg="add mod">
          <ac:chgData name="Xin Zhang" userId="d98667d2-67df-43fb-87c5-85c95e36c0cf" providerId="ADAL" clId="{4449A801-BA1D-4D35-8CEC-C11C7371222F}" dt="2025-11-11T07:49:44.674" v="281" actId="164"/>
          <ac:spMkLst>
            <pc:docMk/>
            <pc:sldMk cId="3227372209" sldId="263"/>
            <ac:spMk id="25" creationId="{0F09DD7E-C5BA-4E04-954E-3E699A4883C5}"/>
          </ac:spMkLst>
        </pc:spChg>
        <pc:spChg chg="add del">
          <ac:chgData name="Xin Zhang" userId="d98667d2-67df-43fb-87c5-85c95e36c0cf" providerId="ADAL" clId="{4449A801-BA1D-4D35-8CEC-C11C7371222F}" dt="2025-11-11T07:45:41.161" v="232" actId="11529"/>
          <ac:spMkLst>
            <pc:docMk/>
            <pc:sldMk cId="3227372209" sldId="263"/>
            <ac:spMk id="26" creationId="{413D42A8-BEC3-C87E-9BA4-C946032CD2DA}"/>
          </ac:spMkLst>
        </pc:spChg>
        <pc:spChg chg="add del">
          <ac:chgData name="Xin Zhang" userId="d98667d2-67df-43fb-87c5-85c95e36c0cf" providerId="ADAL" clId="{4449A801-BA1D-4D35-8CEC-C11C7371222F}" dt="2025-11-11T07:45:48.413" v="234" actId="11529"/>
          <ac:spMkLst>
            <pc:docMk/>
            <pc:sldMk cId="3227372209" sldId="263"/>
            <ac:spMk id="27" creationId="{4AC04536-EA9C-C286-0EF6-B88CC97F79FA}"/>
          </ac:spMkLst>
        </pc:spChg>
        <pc:spChg chg="add del">
          <ac:chgData name="Xin Zhang" userId="d98667d2-67df-43fb-87c5-85c95e36c0cf" providerId="ADAL" clId="{4449A801-BA1D-4D35-8CEC-C11C7371222F}" dt="2025-11-11T07:45:54.396" v="236" actId="11529"/>
          <ac:spMkLst>
            <pc:docMk/>
            <pc:sldMk cId="3227372209" sldId="263"/>
            <ac:spMk id="28" creationId="{C4FEA5D6-122B-A060-5111-0A3266D243D1}"/>
          </ac:spMkLst>
        </pc:spChg>
        <pc:spChg chg="add del">
          <ac:chgData name="Xin Zhang" userId="d98667d2-67df-43fb-87c5-85c95e36c0cf" providerId="ADAL" clId="{4449A801-BA1D-4D35-8CEC-C11C7371222F}" dt="2025-11-11T07:45:59.631" v="238" actId="11529"/>
          <ac:spMkLst>
            <pc:docMk/>
            <pc:sldMk cId="3227372209" sldId="263"/>
            <ac:spMk id="29" creationId="{75DF8A4F-1462-9924-B935-8E7D8D1ED60A}"/>
          </ac:spMkLst>
        </pc:spChg>
        <pc:spChg chg="add del mod">
          <ac:chgData name="Xin Zhang" userId="d98667d2-67df-43fb-87c5-85c95e36c0cf" providerId="ADAL" clId="{4449A801-BA1D-4D35-8CEC-C11C7371222F}" dt="2025-11-11T07:46:47.327" v="244" actId="478"/>
          <ac:spMkLst>
            <pc:docMk/>
            <pc:sldMk cId="3227372209" sldId="263"/>
            <ac:spMk id="30" creationId="{A11AD33A-E906-5C35-F899-2E19AC5D40A1}"/>
          </ac:spMkLst>
        </pc:spChg>
        <pc:spChg chg="add del">
          <ac:chgData name="Xin Zhang" userId="d98667d2-67df-43fb-87c5-85c95e36c0cf" providerId="ADAL" clId="{4449A801-BA1D-4D35-8CEC-C11C7371222F}" dt="2025-11-11T07:46:23.272" v="241" actId="11529"/>
          <ac:spMkLst>
            <pc:docMk/>
            <pc:sldMk cId="3227372209" sldId="263"/>
            <ac:spMk id="31" creationId="{0097817D-1540-BDBC-18D4-803B0F7B1D1A}"/>
          </ac:spMkLst>
        </pc:spChg>
        <pc:spChg chg="add del mod">
          <ac:chgData name="Xin Zhang" userId="d98667d2-67df-43fb-87c5-85c95e36c0cf" providerId="ADAL" clId="{4449A801-BA1D-4D35-8CEC-C11C7371222F}" dt="2025-11-11T07:47:42.688" v="251" actId="478"/>
          <ac:spMkLst>
            <pc:docMk/>
            <pc:sldMk cId="3227372209" sldId="263"/>
            <ac:spMk id="32" creationId="{47F9DAB9-5186-D42E-9298-5AC9000F7545}"/>
          </ac:spMkLst>
        </pc:spChg>
        <pc:spChg chg="add mod">
          <ac:chgData name="Xin Zhang" userId="d98667d2-67df-43fb-87c5-85c95e36c0cf" providerId="ADAL" clId="{4449A801-BA1D-4D35-8CEC-C11C7371222F}" dt="2025-11-11T07:49:44.674" v="281" actId="164"/>
          <ac:spMkLst>
            <pc:docMk/>
            <pc:sldMk cId="3227372209" sldId="263"/>
            <ac:spMk id="33" creationId="{FC48DAB9-B951-A1F4-E928-35B37EA78536}"/>
          </ac:spMkLst>
        </pc:spChg>
        <pc:spChg chg="add del">
          <ac:chgData name="Xin Zhang" userId="d98667d2-67df-43fb-87c5-85c95e36c0cf" providerId="ADAL" clId="{4449A801-BA1D-4D35-8CEC-C11C7371222F}" dt="2025-11-11T07:47:22.352" v="247" actId="11529"/>
          <ac:spMkLst>
            <pc:docMk/>
            <pc:sldMk cId="3227372209" sldId="263"/>
            <ac:spMk id="34" creationId="{3E599D9C-AE53-877A-A33B-D473365C8D32}"/>
          </ac:spMkLst>
        </pc:spChg>
        <pc:spChg chg="add del">
          <ac:chgData name="Xin Zhang" userId="d98667d2-67df-43fb-87c5-85c95e36c0cf" providerId="ADAL" clId="{4449A801-BA1D-4D35-8CEC-C11C7371222F}" dt="2025-11-11T07:47:39.496" v="250" actId="11529"/>
          <ac:spMkLst>
            <pc:docMk/>
            <pc:sldMk cId="3227372209" sldId="263"/>
            <ac:spMk id="35" creationId="{E1BC463E-0124-23C6-D620-FF13D6457ED7}"/>
          </ac:spMkLst>
        </pc:spChg>
        <pc:spChg chg="add del">
          <ac:chgData name="Xin Zhang" userId="d98667d2-67df-43fb-87c5-85c95e36c0cf" providerId="ADAL" clId="{4449A801-BA1D-4D35-8CEC-C11C7371222F}" dt="2025-11-11T07:47:49.864" v="253" actId="478"/>
          <ac:spMkLst>
            <pc:docMk/>
            <pc:sldMk cId="3227372209" sldId="263"/>
            <ac:spMk id="36" creationId="{8E64C174-A941-65E0-0440-DF8EFFB1B18A}"/>
          </ac:spMkLst>
        </pc:spChg>
        <pc:spChg chg="add mod">
          <ac:chgData name="Xin Zhang" userId="d98667d2-67df-43fb-87c5-85c95e36c0cf" providerId="ADAL" clId="{4449A801-BA1D-4D35-8CEC-C11C7371222F}" dt="2025-11-11T07:49:44.674" v="281" actId="164"/>
          <ac:spMkLst>
            <pc:docMk/>
            <pc:sldMk cId="3227372209" sldId="263"/>
            <ac:spMk id="37" creationId="{7DC436E3-17B2-BC81-A026-2FA731E057E3}"/>
          </ac:spMkLst>
        </pc:spChg>
        <pc:spChg chg="add del">
          <ac:chgData name="Xin Zhang" userId="d98667d2-67df-43fb-87c5-85c95e36c0cf" providerId="ADAL" clId="{4449A801-BA1D-4D35-8CEC-C11C7371222F}" dt="2025-11-11T07:48:04.966" v="256" actId="11529"/>
          <ac:spMkLst>
            <pc:docMk/>
            <pc:sldMk cId="3227372209" sldId="263"/>
            <ac:spMk id="38" creationId="{5AA72AE6-B0E3-2B72-AB94-FBB9B2DA8567}"/>
          </ac:spMkLst>
        </pc:spChg>
        <pc:spChg chg="add mod">
          <ac:chgData name="Xin Zhang" userId="d98667d2-67df-43fb-87c5-85c95e36c0cf" providerId="ADAL" clId="{4449A801-BA1D-4D35-8CEC-C11C7371222F}" dt="2025-11-11T07:50:16.346" v="283" actId="14100"/>
          <ac:spMkLst>
            <pc:docMk/>
            <pc:sldMk cId="3227372209" sldId="263"/>
            <ac:spMk id="39" creationId="{01C9AA27-C7E4-77D8-C84C-67E3FFBE3BDC}"/>
          </ac:spMkLst>
        </pc:spChg>
        <pc:grpChg chg="mod">
          <ac:chgData name="Xin Zhang" userId="d98667d2-67df-43fb-87c5-85c95e36c0cf" providerId="ADAL" clId="{4449A801-BA1D-4D35-8CEC-C11C7371222F}" dt="2025-11-11T07:49:44.674" v="281" actId="164"/>
          <ac:grpSpMkLst>
            <pc:docMk/>
            <pc:sldMk cId="3227372209" sldId="263"/>
            <ac:grpSpMk id="8" creationId="{732F4D20-2243-2D99-62EC-117C11B9FC56}"/>
          </ac:grpSpMkLst>
        </pc:grpChg>
        <pc:grpChg chg="add mod">
          <ac:chgData name="Xin Zhang" userId="d98667d2-67df-43fb-87c5-85c95e36c0cf" providerId="ADAL" clId="{4449A801-BA1D-4D35-8CEC-C11C7371222F}" dt="2025-11-11T07:49:44.674" v="281" actId="164"/>
          <ac:grpSpMkLst>
            <pc:docMk/>
            <pc:sldMk cId="3227372209" sldId="263"/>
            <ac:grpSpMk id="40" creationId="{4C5BEF03-15CA-BEFD-1D64-7E32903FBD79}"/>
          </ac:grpSpMkLst>
        </pc:grpChg>
      </pc:sldChg>
      <pc:sldChg chg="addSp delSp modSp mod">
        <pc:chgData name="Xin Zhang" userId="d98667d2-67df-43fb-87c5-85c95e36c0cf" providerId="ADAL" clId="{4449A801-BA1D-4D35-8CEC-C11C7371222F}" dt="2025-11-11T07:40:37.936" v="216" actId="1076"/>
        <pc:sldMkLst>
          <pc:docMk/>
          <pc:sldMk cId="658421077" sldId="265"/>
        </pc:sldMkLst>
        <pc:spChg chg="mod">
          <ac:chgData name="Xin Zhang" userId="d98667d2-67df-43fb-87c5-85c95e36c0cf" providerId="ADAL" clId="{4449A801-BA1D-4D35-8CEC-C11C7371222F}" dt="2025-11-11T07:12:39.168" v="121" actId="164"/>
          <ac:spMkLst>
            <pc:docMk/>
            <pc:sldMk cId="658421077" sldId="265"/>
            <ac:spMk id="8" creationId="{BCA141AE-CDBA-818E-DF9E-A004C832C2B0}"/>
          </ac:spMkLst>
        </pc:spChg>
        <pc:spChg chg="mod">
          <ac:chgData name="Xin Zhang" userId="d98667d2-67df-43fb-87c5-85c95e36c0cf" providerId="ADAL" clId="{4449A801-BA1D-4D35-8CEC-C11C7371222F}" dt="2025-11-11T07:12:39.168" v="121" actId="164"/>
          <ac:spMkLst>
            <pc:docMk/>
            <pc:sldMk cId="658421077" sldId="265"/>
            <ac:spMk id="9" creationId="{807EB3F6-FC09-2A6E-8BFF-6695A4AC0E56}"/>
          </ac:spMkLst>
        </pc:spChg>
        <pc:spChg chg="mod">
          <ac:chgData name="Xin Zhang" userId="d98667d2-67df-43fb-87c5-85c95e36c0cf" providerId="ADAL" clId="{4449A801-BA1D-4D35-8CEC-C11C7371222F}" dt="2025-11-11T07:12:39.168" v="121" actId="164"/>
          <ac:spMkLst>
            <pc:docMk/>
            <pc:sldMk cId="658421077" sldId="265"/>
            <ac:spMk id="11" creationId="{17036E41-A7B7-4277-F26A-DD1974A3F897}"/>
          </ac:spMkLst>
        </pc:spChg>
        <pc:spChg chg="mod">
          <ac:chgData name="Xin Zhang" userId="d98667d2-67df-43fb-87c5-85c95e36c0cf" providerId="ADAL" clId="{4449A801-BA1D-4D35-8CEC-C11C7371222F}" dt="2025-11-11T07:12:39.168" v="121" actId="164"/>
          <ac:spMkLst>
            <pc:docMk/>
            <pc:sldMk cId="658421077" sldId="265"/>
            <ac:spMk id="12" creationId="{12B03353-702A-7A8A-CFC6-8242428246CE}"/>
          </ac:spMkLst>
        </pc:spChg>
        <pc:spChg chg="mod">
          <ac:chgData name="Xin Zhang" userId="d98667d2-67df-43fb-87c5-85c95e36c0cf" providerId="ADAL" clId="{4449A801-BA1D-4D35-8CEC-C11C7371222F}" dt="2025-11-11T07:12:39.168" v="121" actId="164"/>
          <ac:spMkLst>
            <pc:docMk/>
            <pc:sldMk cId="658421077" sldId="265"/>
            <ac:spMk id="14" creationId="{70E49A71-50BD-E483-7BA8-31C641F54286}"/>
          </ac:spMkLst>
        </pc:spChg>
        <pc:spChg chg="mod">
          <ac:chgData name="Xin Zhang" userId="d98667d2-67df-43fb-87c5-85c95e36c0cf" providerId="ADAL" clId="{4449A801-BA1D-4D35-8CEC-C11C7371222F}" dt="2025-11-11T07:12:39.168" v="121" actId="164"/>
          <ac:spMkLst>
            <pc:docMk/>
            <pc:sldMk cId="658421077" sldId="265"/>
            <ac:spMk id="15" creationId="{9F302343-B72E-6ECA-93C4-E06D417B2244}"/>
          </ac:spMkLst>
        </pc:spChg>
        <pc:spChg chg="mod">
          <ac:chgData name="Xin Zhang" userId="d98667d2-67df-43fb-87c5-85c95e36c0cf" providerId="ADAL" clId="{4449A801-BA1D-4D35-8CEC-C11C7371222F}" dt="2025-11-11T07:12:39.168" v="121" actId="164"/>
          <ac:spMkLst>
            <pc:docMk/>
            <pc:sldMk cId="658421077" sldId="265"/>
            <ac:spMk id="18" creationId="{35987E28-1CF1-B092-2E37-F8D0A1A313E0}"/>
          </ac:spMkLst>
        </pc:spChg>
        <pc:spChg chg="mod">
          <ac:chgData name="Xin Zhang" userId="d98667d2-67df-43fb-87c5-85c95e36c0cf" providerId="ADAL" clId="{4449A801-BA1D-4D35-8CEC-C11C7371222F}" dt="2025-11-11T07:40:37.936" v="216" actId="1076"/>
          <ac:spMkLst>
            <pc:docMk/>
            <pc:sldMk cId="658421077" sldId="265"/>
            <ac:spMk id="21" creationId="{B2FE79CC-A5EC-78BB-EA12-8BC7EE88299E}"/>
          </ac:spMkLst>
        </pc:spChg>
        <pc:spChg chg="add mod">
          <ac:chgData name="Xin Zhang" userId="d98667d2-67df-43fb-87c5-85c95e36c0cf" providerId="ADAL" clId="{4449A801-BA1D-4D35-8CEC-C11C7371222F}" dt="2025-11-11T07:32:34.443" v="143" actId="20577"/>
          <ac:spMkLst>
            <pc:docMk/>
            <pc:sldMk cId="658421077" sldId="265"/>
            <ac:spMk id="28" creationId="{29B1B0AC-D4D8-F2B4-6C6D-0492A745471A}"/>
          </ac:spMkLst>
        </pc:spChg>
        <pc:spChg chg="add mod">
          <ac:chgData name="Xin Zhang" userId="d98667d2-67df-43fb-87c5-85c95e36c0cf" providerId="ADAL" clId="{4449A801-BA1D-4D35-8CEC-C11C7371222F}" dt="2025-11-11T07:12:55.613" v="122" actId="164"/>
          <ac:spMkLst>
            <pc:docMk/>
            <pc:sldMk cId="658421077" sldId="265"/>
            <ac:spMk id="29" creationId="{3A013635-E40E-4F95-D1D0-A404988C68D0}"/>
          </ac:spMkLst>
        </pc:spChg>
        <pc:spChg chg="add del">
          <ac:chgData name="Xin Zhang" userId="d98667d2-67df-43fb-87c5-85c95e36c0cf" providerId="ADAL" clId="{4449A801-BA1D-4D35-8CEC-C11C7371222F}" dt="2025-11-11T07:08:42.081" v="86" actId="11529"/>
          <ac:spMkLst>
            <pc:docMk/>
            <pc:sldMk cId="658421077" sldId="265"/>
            <ac:spMk id="30" creationId="{ADF97243-F294-7D77-24FC-C220FAC1294F}"/>
          </ac:spMkLst>
        </pc:spChg>
        <pc:spChg chg="add del">
          <ac:chgData name="Xin Zhang" userId="d98667d2-67df-43fb-87c5-85c95e36c0cf" providerId="ADAL" clId="{4449A801-BA1D-4D35-8CEC-C11C7371222F}" dt="2025-11-11T07:09:06.729" v="88" actId="478"/>
          <ac:spMkLst>
            <pc:docMk/>
            <pc:sldMk cId="658421077" sldId="265"/>
            <ac:spMk id="31" creationId="{1ED7450A-D989-36DA-58B9-A7CAB328A516}"/>
          </ac:spMkLst>
        </pc:spChg>
        <pc:spChg chg="add del">
          <ac:chgData name="Xin Zhang" userId="d98667d2-67df-43fb-87c5-85c95e36c0cf" providerId="ADAL" clId="{4449A801-BA1D-4D35-8CEC-C11C7371222F}" dt="2025-11-11T07:09:28.195" v="90" actId="478"/>
          <ac:spMkLst>
            <pc:docMk/>
            <pc:sldMk cId="658421077" sldId="265"/>
            <ac:spMk id="32" creationId="{AAE0B33F-1D21-3846-B493-86D1CD38EB94}"/>
          </ac:spMkLst>
        </pc:spChg>
        <pc:spChg chg="mod">
          <ac:chgData name="Xin Zhang" userId="d98667d2-67df-43fb-87c5-85c95e36c0cf" providerId="ADAL" clId="{4449A801-BA1D-4D35-8CEC-C11C7371222F}" dt="2025-11-11T07:12:39.168" v="121" actId="164"/>
          <ac:spMkLst>
            <pc:docMk/>
            <pc:sldMk cId="658421077" sldId="265"/>
            <ac:spMk id="33" creationId="{FF16FCA6-ACB2-1692-CFB4-3259616B9782}"/>
          </ac:spMkLst>
        </pc:spChg>
        <pc:spChg chg="add del">
          <ac:chgData name="Xin Zhang" userId="d98667d2-67df-43fb-87c5-85c95e36c0cf" providerId="ADAL" clId="{4449A801-BA1D-4D35-8CEC-C11C7371222F}" dt="2025-11-11T07:09:42.481" v="92" actId="478"/>
          <ac:spMkLst>
            <pc:docMk/>
            <pc:sldMk cId="658421077" sldId="265"/>
            <ac:spMk id="34" creationId="{9EA1082F-D213-3DAE-84EE-84F547BC9987}"/>
          </ac:spMkLst>
        </pc:spChg>
        <pc:spChg chg="add mod">
          <ac:chgData name="Xin Zhang" userId="d98667d2-67df-43fb-87c5-85c95e36c0cf" providerId="ADAL" clId="{4449A801-BA1D-4D35-8CEC-C11C7371222F}" dt="2025-11-11T07:13:21.023" v="125" actId="14100"/>
          <ac:spMkLst>
            <pc:docMk/>
            <pc:sldMk cId="658421077" sldId="265"/>
            <ac:spMk id="35" creationId="{6F154E65-5F8E-3447-ADEC-6EF53A3DFEE4}"/>
          </ac:spMkLst>
        </pc:spChg>
        <pc:spChg chg="add mod ord">
          <ac:chgData name="Xin Zhang" userId="d98667d2-67df-43fb-87c5-85c95e36c0cf" providerId="ADAL" clId="{4449A801-BA1D-4D35-8CEC-C11C7371222F}" dt="2025-11-11T07:12:55.613" v="122" actId="164"/>
          <ac:spMkLst>
            <pc:docMk/>
            <pc:sldMk cId="658421077" sldId="265"/>
            <ac:spMk id="37" creationId="{B8C2EE4F-A126-CA2C-15ED-0F41312DBD42}"/>
          </ac:spMkLst>
        </pc:spChg>
        <pc:spChg chg="add mod">
          <ac:chgData name="Xin Zhang" userId="d98667d2-67df-43fb-87c5-85c95e36c0cf" providerId="ADAL" clId="{4449A801-BA1D-4D35-8CEC-C11C7371222F}" dt="2025-11-11T07:12:55.613" v="122" actId="164"/>
          <ac:spMkLst>
            <pc:docMk/>
            <pc:sldMk cId="658421077" sldId="265"/>
            <ac:spMk id="38" creationId="{5CE6E077-7C1F-C67C-0BDB-AB27F731663F}"/>
          </ac:spMkLst>
        </pc:spChg>
        <pc:spChg chg="add mod">
          <ac:chgData name="Xin Zhang" userId="d98667d2-67df-43fb-87c5-85c95e36c0cf" providerId="ADAL" clId="{4449A801-BA1D-4D35-8CEC-C11C7371222F}" dt="2025-11-11T07:13:09.339" v="124" actId="14100"/>
          <ac:spMkLst>
            <pc:docMk/>
            <pc:sldMk cId="658421077" sldId="265"/>
            <ac:spMk id="39" creationId="{1A3A32E9-1C63-3FA2-A2A6-B69BF03C3480}"/>
          </ac:spMkLst>
        </pc:spChg>
        <pc:spChg chg="add mod">
          <ac:chgData name="Xin Zhang" userId="d98667d2-67df-43fb-87c5-85c95e36c0cf" providerId="ADAL" clId="{4449A801-BA1D-4D35-8CEC-C11C7371222F}" dt="2025-11-11T07:12:55.613" v="122" actId="164"/>
          <ac:spMkLst>
            <pc:docMk/>
            <pc:sldMk cId="658421077" sldId="265"/>
            <ac:spMk id="40" creationId="{B621B015-2568-9C0A-37CE-99B09E842F68}"/>
          </ac:spMkLst>
        </pc:spChg>
        <pc:spChg chg="add del mod">
          <ac:chgData name="Xin Zhang" userId="d98667d2-67df-43fb-87c5-85c95e36c0cf" providerId="ADAL" clId="{4449A801-BA1D-4D35-8CEC-C11C7371222F}" dt="2025-11-11T07:30:51.639" v="129" actId="478"/>
          <ac:spMkLst>
            <pc:docMk/>
            <pc:sldMk cId="658421077" sldId="265"/>
            <ac:spMk id="43" creationId="{A761C3C1-ECD6-6B3D-FBCF-6E1BCEAAF828}"/>
          </ac:spMkLst>
        </pc:spChg>
        <pc:spChg chg="add del">
          <ac:chgData name="Xin Zhang" userId="d98667d2-67df-43fb-87c5-85c95e36c0cf" providerId="ADAL" clId="{4449A801-BA1D-4D35-8CEC-C11C7371222F}" dt="2025-11-11T07:31:25.393" v="131" actId="478"/>
          <ac:spMkLst>
            <pc:docMk/>
            <pc:sldMk cId="658421077" sldId="265"/>
            <ac:spMk id="44" creationId="{123699D3-356A-B14C-BBC7-5C935115E8F1}"/>
          </ac:spMkLst>
        </pc:spChg>
        <pc:spChg chg="add mod">
          <ac:chgData name="Xin Zhang" userId="d98667d2-67df-43fb-87c5-85c95e36c0cf" providerId="ADAL" clId="{4449A801-BA1D-4D35-8CEC-C11C7371222F}" dt="2025-11-11T07:31:50.097" v="135" actId="164"/>
          <ac:spMkLst>
            <pc:docMk/>
            <pc:sldMk cId="658421077" sldId="265"/>
            <ac:spMk id="45" creationId="{35FF65E1-9B79-FB88-124B-9C0F1E7B650F}"/>
          </ac:spMkLst>
        </pc:spChg>
        <pc:grpChg chg="mod">
          <ac:chgData name="Xin Zhang" userId="d98667d2-67df-43fb-87c5-85c95e36c0cf" providerId="ADAL" clId="{4449A801-BA1D-4D35-8CEC-C11C7371222F}" dt="2025-11-11T07:12:55.613" v="122" actId="164"/>
          <ac:grpSpMkLst>
            <pc:docMk/>
            <pc:sldMk cId="658421077" sldId="265"/>
            <ac:grpSpMk id="5" creationId="{18851893-734F-63FE-F9A1-DAC93D5152A5}"/>
          </ac:grpSpMkLst>
        </pc:grpChg>
        <pc:grpChg chg="add mod">
          <ac:chgData name="Xin Zhang" userId="d98667d2-67df-43fb-87c5-85c95e36c0cf" providerId="ADAL" clId="{4449A801-BA1D-4D35-8CEC-C11C7371222F}" dt="2025-11-11T07:12:32.517" v="120" actId="164"/>
          <ac:grpSpMkLst>
            <pc:docMk/>
            <pc:sldMk cId="658421077" sldId="265"/>
            <ac:grpSpMk id="41" creationId="{E3989A45-D95D-E2F3-D3D9-4609C9D08136}"/>
          </ac:grpSpMkLst>
        </pc:grpChg>
        <pc:grpChg chg="add mod ord">
          <ac:chgData name="Xin Zhang" userId="d98667d2-67df-43fb-87c5-85c95e36c0cf" providerId="ADAL" clId="{4449A801-BA1D-4D35-8CEC-C11C7371222F}" dt="2025-11-11T07:31:50.097" v="135" actId="164"/>
          <ac:grpSpMkLst>
            <pc:docMk/>
            <pc:sldMk cId="658421077" sldId="265"/>
            <ac:grpSpMk id="42" creationId="{5D006369-7A12-17DE-EBC7-9E413FF448DA}"/>
          </ac:grpSpMkLst>
        </pc:grpChg>
        <pc:grpChg chg="add mod ord">
          <ac:chgData name="Xin Zhang" userId="d98667d2-67df-43fb-87c5-85c95e36c0cf" providerId="ADAL" clId="{4449A801-BA1D-4D35-8CEC-C11C7371222F}" dt="2025-11-11T07:31:52.967" v="136" actId="167"/>
          <ac:grpSpMkLst>
            <pc:docMk/>
            <pc:sldMk cId="658421077" sldId="265"/>
            <ac:grpSpMk id="46" creationId="{FA213E1E-4798-2E8E-A6BC-28F20FAF1BC5}"/>
          </ac:grpSpMkLst>
        </pc:grpChg>
      </pc:sldChg>
      <pc:sldChg chg="modSp mod">
        <pc:chgData name="Xin Zhang" userId="d98667d2-67df-43fb-87c5-85c95e36c0cf" providerId="ADAL" clId="{4449A801-BA1D-4D35-8CEC-C11C7371222F}" dt="2025-11-11T07:50:51.255" v="285" actId="14100"/>
        <pc:sldMkLst>
          <pc:docMk/>
          <pc:sldMk cId="2501910534" sldId="269"/>
        </pc:sldMkLst>
        <pc:spChg chg="mod">
          <ac:chgData name="Xin Zhang" userId="d98667d2-67df-43fb-87c5-85c95e36c0cf" providerId="ADAL" clId="{4449A801-BA1D-4D35-8CEC-C11C7371222F}" dt="2025-11-11T07:50:51.255" v="285" actId="14100"/>
          <ac:spMkLst>
            <pc:docMk/>
            <pc:sldMk cId="2501910534" sldId="269"/>
            <ac:spMk id="4" creationId="{9A2B3E3A-FF61-C5AB-FA66-078A7D3772E6}"/>
          </ac:spMkLst>
        </pc:spChg>
        <pc:spChg chg="mod">
          <ac:chgData name="Xin Zhang" userId="d98667d2-67df-43fb-87c5-85c95e36c0cf" providerId="ADAL" clId="{4449A801-BA1D-4D35-8CEC-C11C7371222F}" dt="2025-11-11T06:33:53.532" v="3" actId="1076"/>
          <ac:spMkLst>
            <pc:docMk/>
            <pc:sldMk cId="2501910534" sldId="269"/>
            <ac:spMk id="35" creationId="{0A3BE269-F91C-9069-6DA8-3419C0E41C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EA6A760A-9219-4D88-823C-1E7677B0439A}" type="datetimeFigureOut">
              <a:rPr lang="zh-CN" altLang="en-US" smtClean="0"/>
              <a:pPr/>
              <a:t>2025/11/11</a:t>
            </a:fld>
            <a:endParaRPr lang="zh-CN" alt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F7610A2C-F5CD-4E86-85D4-535D5100DCD8}" type="slidenum">
              <a:rPr lang="zh-CN" altLang="en-US" smtClean="0"/>
              <a:pPr/>
              <a:t>‹#›</a:t>
            </a:fld>
            <a:endParaRPr lang="zh-CN" altLang="en-US" dirty="0"/>
          </a:p>
        </p:txBody>
      </p:sp>
    </p:spTree>
    <p:extLst>
      <p:ext uri="{BB962C8B-B14F-4D97-AF65-F5344CB8AC3E}">
        <p14:creationId xmlns:p14="http://schemas.microsoft.com/office/powerpoint/2010/main" val="231706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369A-3612-B7A1-1C82-D3030C3E5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FC0A6-A9AD-E2B2-7925-FDF975046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F753C-C4B2-9263-2FF2-0C67FFA74EBB}"/>
              </a:ext>
            </a:extLst>
          </p:cNvPr>
          <p:cNvSpPr>
            <a:spLocks noGrp="1"/>
          </p:cNvSpPr>
          <p:nvPr>
            <p:ph type="body" idx="1"/>
          </p:nvPr>
        </p:nvSpPr>
        <p:spPr/>
        <p:txBody>
          <a:bodyPr/>
          <a:lstStyle/>
          <a:p>
            <a:endParaRPr lang="en-GB" altLang="zh-CN" dirty="0"/>
          </a:p>
        </p:txBody>
      </p:sp>
      <p:sp>
        <p:nvSpPr>
          <p:cNvPr id="4" name="Slide Number Placeholder 3">
            <a:extLst>
              <a:ext uri="{FF2B5EF4-FFF2-40B4-BE49-F238E27FC236}">
                <a16:creationId xmlns:a16="http://schemas.microsoft.com/office/drawing/2014/main" id="{05FF5AE7-5B66-093A-3B48-BACE41A8E56A}"/>
              </a:ext>
            </a:extLst>
          </p:cNvPr>
          <p:cNvSpPr>
            <a:spLocks noGrp="1"/>
          </p:cNvSpPr>
          <p:nvPr>
            <p:ph type="sldNum" sz="quarter" idx="5"/>
          </p:nvPr>
        </p:nvSpPr>
        <p:spPr/>
        <p:txBody>
          <a:bodyPr/>
          <a:lstStyle/>
          <a:p>
            <a:fld id="{F7610A2C-F5CD-4E86-85D4-535D5100DCD8}" type="slidenum">
              <a:rPr lang="zh-CN" altLang="en-US" smtClean="0"/>
              <a:t>2</a:t>
            </a:fld>
            <a:endParaRPr lang="zh-CN" altLang="en-US"/>
          </a:p>
        </p:txBody>
      </p:sp>
    </p:spTree>
    <p:extLst>
      <p:ext uri="{BB962C8B-B14F-4D97-AF65-F5344CB8AC3E}">
        <p14:creationId xmlns:p14="http://schemas.microsoft.com/office/powerpoint/2010/main" val="262582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F7610A2C-F5CD-4E86-85D4-535D5100DCD8}" type="slidenum">
              <a:rPr lang="zh-CN" altLang="en-US" smtClean="0"/>
              <a:t>12</a:t>
            </a:fld>
            <a:endParaRPr lang="zh-CN" altLang="en-US"/>
          </a:p>
        </p:txBody>
      </p:sp>
    </p:spTree>
    <p:extLst>
      <p:ext uri="{BB962C8B-B14F-4D97-AF65-F5344CB8AC3E}">
        <p14:creationId xmlns:p14="http://schemas.microsoft.com/office/powerpoint/2010/main" val="3895635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6BF1-2ECF-4F24-D856-E8C015043DCE}"/>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75709A3A-998A-5400-1301-7D7EF9379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5E5AA0D7-A051-2940-B6CE-BD2319D2A056}"/>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5" name="Footer Placeholder 4">
            <a:extLst>
              <a:ext uri="{FF2B5EF4-FFF2-40B4-BE49-F238E27FC236}">
                <a16:creationId xmlns:a16="http://schemas.microsoft.com/office/drawing/2014/main" id="{145828A6-922E-DC85-2AC3-0F9B6ECD7E2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371E40B-1BC0-47F4-EE6A-89666E70AAB3}"/>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310722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416E-7541-95AD-C439-754E9E57439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AA4CE9C-D7F9-1CC9-4587-D40C68E815A7}"/>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EE4D7A0-549F-E189-1920-1F23DD247B1B}"/>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5" name="Footer Placeholder 4">
            <a:extLst>
              <a:ext uri="{FF2B5EF4-FFF2-40B4-BE49-F238E27FC236}">
                <a16:creationId xmlns:a16="http://schemas.microsoft.com/office/drawing/2014/main" id="{88CF3349-A5C0-7EF3-0FBC-DE96089B6735}"/>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30C6086-CCE9-D47E-263D-C65FA6B6249E}"/>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789159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91FE-F575-D608-D2B9-4309D0861F0E}"/>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AC27502D-562E-971F-9B49-41BB88E8C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DC5C38F-7EA3-A893-E066-56263CF6F9E0}"/>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5" name="Footer Placeholder 4">
            <a:extLst>
              <a:ext uri="{FF2B5EF4-FFF2-40B4-BE49-F238E27FC236}">
                <a16:creationId xmlns:a16="http://schemas.microsoft.com/office/drawing/2014/main" id="{6AD73F96-6D11-B19B-001E-96C7A51C1A5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0FF4A0B-C8EE-8D00-E11C-79CE26B747BC}"/>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5603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8DF9-9A37-097C-FC3D-D897EA96237C}"/>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FDFEFFB-DC89-6ED0-76E9-E7F7AFBDD864}"/>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F2B9C66F-6E91-78A2-3327-84745BC5E1F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FFE1C9F3-1844-6D74-EB1B-E1CA5892A277}"/>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6" name="Footer Placeholder 5">
            <a:extLst>
              <a:ext uri="{FF2B5EF4-FFF2-40B4-BE49-F238E27FC236}">
                <a16:creationId xmlns:a16="http://schemas.microsoft.com/office/drawing/2014/main" id="{47497DDE-8221-E35C-FA05-BF8178F00AF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8EDCE54-047F-968E-94E6-B243C2D28A98}"/>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752959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4A1E-3128-34EF-7D05-8E518D7E0892}"/>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C6773ED-F10B-27C1-5E34-C459B0467B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DC4DD586-9CC1-B6F5-3FEC-00A8CD7D9782}"/>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19F9758D-2421-110F-E688-177C10A56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5A1E90FB-CA88-9FC8-5B0E-9867B8E2B684}"/>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89B351F0-3ACE-DF9F-7FCF-BC645B42EEE0}"/>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8" name="Footer Placeholder 7">
            <a:extLst>
              <a:ext uri="{FF2B5EF4-FFF2-40B4-BE49-F238E27FC236}">
                <a16:creationId xmlns:a16="http://schemas.microsoft.com/office/drawing/2014/main" id="{65CE7722-B19F-84E8-90E6-46418EB39562}"/>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6A04E407-FFA6-DCA4-FAB4-6C57362D35CF}"/>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398296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BD9EC-504F-D1F2-7E0E-3D35E837E7C0}"/>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35CF1855-C607-AD9E-0AE9-55437C70D165}"/>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4" name="Footer Placeholder 3">
            <a:extLst>
              <a:ext uri="{FF2B5EF4-FFF2-40B4-BE49-F238E27FC236}">
                <a16:creationId xmlns:a16="http://schemas.microsoft.com/office/drawing/2014/main" id="{37294F8B-949A-BFE9-3C4B-F66E493CD7F9}"/>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21FC16D-1506-07A0-6694-A832E8C05B4C}"/>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362676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9B809-2C98-3A69-87AD-6E5DE15DD737}"/>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3" name="Footer Placeholder 2">
            <a:extLst>
              <a:ext uri="{FF2B5EF4-FFF2-40B4-BE49-F238E27FC236}">
                <a16:creationId xmlns:a16="http://schemas.microsoft.com/office/drawing/2014/main" id="{F804858B-8300-0AB1-32ED-70D7752C6B46}"/>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E1824772-47A0-E0A7-215F-C356E363F139}"/>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529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52BF-98A5-9C26-E6B8-44DEFCCAE102}"/>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CD20083-FB58-B458-4438-7DA09054A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B26AA62-6593-4BB8-9B51-537A8FDF8F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7C63E0C-9ED0-0D4D-BF56-7FC683DD9E33}"/>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6" name="Footer Placeholder 5">
            <a:extLst>
              <a:ext uri="{FF2B5EF4-FFF2-40B4-BE49-F238E27FC236}">
                <a16:creationId xmlns:a16="http://schemas.microsoft.com/office/drawing/2014/main" id="{586B5F01-D526-B554-94C1-4E796FF9D69B}"/>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1B0AF6B-C196-7FA4-470F-107DAC1C033A}"/>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58279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4335-0C58-B553-3CBE-19A1F9FB37E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32DFB86D-1EB1-5390-4F9A-23BA5183E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A4CFB5B6-D0CA-565A-DD11-B1361E117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B0F4535B-5639-75EE-69EA-84B5F382957C}"/>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6" name="Footer Placeholder 5">
            <a:extLst>
              <a:ext uri="{FF2B5EF4-FFF2-40B4-BE49-F238E27FC236}">
                <a16:creationId xmlns:a16="http://schemas.microsoft.com/office/drawing/2014/main" id="{1CDBA13E-BC49-6208-9FF5-855828C7DFE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5F69D9F-EA27-62E4-4F79-A709B61C1371}"/>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60621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04C9-6E4E-8263-4BA3-38F5A0832E33}"/>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0AEAE36-DC9A-DFCE-CBA8-9A8D2F8C5ECE}"/>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506B3CD-293D-7C1D-8B6C-33C4C9983E55}"/>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5" name="Footer Placeholder 4">
            <a:extLst>
              <a:ext uri="{FF2B5EF4-FFF2-40B4-BE49-F238E27FC236}">
                <a16:creationId xmlns:a16="http://schemas.microsoft.com/office/drawing/2014/main" id="{AB0A5540-4FCD-63F3-D27B-B797A9C6BD4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F2B1248-DA1B-C02D-4F29-B7A09A4399C5}"/>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758988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BBF06B-50E4-9FBD-615E-EAE554292A3D}"/>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241C833-D319-F7C8-D9B0-D6CEF914197A}"/>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52798AE-4731-1B67-4874-7338F8A2AD17}"/>
              </a:ext>
            </a:extLst>
          </p:cNvPr>
          <p:cNvSpPr>
            <a:spLocks noGrp="1"/>
          </p:cNvSpPr>
          <p:nvPr>
            <p:ph type="dt" sz="half" idx="10"/>
          </p:nvPr>
        </p:nvSpPr>
        <p:spPr/>
        <p:txBody>
          <a:bodyPr/>
          <a:lstStyle/>
          <a:p>
            <a:fld id="{E49ABFA3-A1BC-4273-87B6-4AC841D9CD54}" type="datetimeFigureOut">
              <a:rPr lang="zh-CN" altLang="en-US" smtClean="0"/>
              <a:t>2025/11/11</a:t>
            </a:fld>
            <a:endParaRPr lang="zh-CN" altLang="en-US"/>
          </a:p>
        </p:txBody>
      </p:sp>
      <p:sp>
        <p:nvSpPr>
          <p:cNvPr id="5" name="Footer Placeholder 4">
            <a:extLst>
              <a:ext uri="{FF2B5EF4-FFF2-40B4-BE49-F238E27FC236}">
                <a16:creationId xmlns:a16="http://schemas.microsoft.com/office/drawing/2014/main" id="{BD4DB02C-F1A6-1693-C730-13484A14064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D374A5A-BFCB-F0EB-EF11-785E3F170B3F}"/>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411783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99D34F-ED72-E149-D9EE-BACB3D92A8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3F7BB42-5D74-4175-E35D-07FCA6541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Date Placeholder 3">
            <a:extLst>
              <a:ext uri="{FF2B5EF4-FFF2-40B4-BE49-F238E27FC236}">
                <a16:creationId xmlns:a16="http://schemas.microsoft.com/office/drawing/2014/main" id="{23508E18-DB31-E5E2-4323-DB4BE5AF5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微软雅黑" panose="020B0503020204020204" pitchFamily="34" charset="-122"/>
              </a:defRPr>
            </a:lvl1pPr>
          </a:lstStyle>
          <a:p>
            <a:fld id="{E49ABFA3-A1BC-4273-87B6-4AC841D9CD54}" type="datetimeFigureOut">
              <a:rPr lang="zh-CN" altLang="en-US" smtClean="0"/>
              <a:pPr/>
              <a:t>2025/11/11</a:t>
            </a:fld>
            <a:endParaRPr lang="zh-CN" altLang="en-US" dirty="0"/>
          </a:p>
        </p:txBody>
      </p:sp>
      <p:sp>
        <p:nvSpPr>
          <p:cNvPr id="5" name="Footer Placeholder 4">
            <a:extLst>
              <a:ext uri="{FF2B5EF4-FFF2-40B4-BE49-F238E27FC236}">
                <a16:creationId xmlns:a16="http://schemas.microsoft.com/office/drawing/2014/main" id="{69A5310A-6846-A4C1-DB95-9B8418CF69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微软雅黑" panose="020B0503020204020204" pitchFamily="34" charset="-122"/>
              </a:defRPr>
            </a:lvl1pPr>
          </a:lstStyle>
          <a:p>
            <a:endParaRPr lang="zh-CN" altLang="en-US" dirty="0"/>
          </a:p>
        </p:txBody>
      </p:sp>
      <p:sp>
        <p:nvSpPr>
          <p:cNvPr id="6" name="Slide Number Placeholder 5">
            <a:extLst>
              <a:ext uri="{FF2B5EF4-FFF2-40B4-BE49-F238E27FC236}">
                <a16:creationId xmlns:a16="http://schemas.microsoft.com/office/drawing/2014/main" id="{1B705977-6949-DD19-B163-9484F00D1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微软雅黑" panose="020B0503020204020204" pitchFamily="34" charset="-122"/>
              </a:defRPr>
            </a:lvl1pPr>
          </a:lstStyle>
          <a:p>
            <a:fld id="{D7E47329-F853-433D-AC5B-EF2FB32DA60A}" type="slidenum">
              <a:rPr lang="zh-CN" altLang="en-US" smtClean="0"/>
              <a:pPr/>
              <a:t>‹#›</a:t>
            </a:fld>
            <a:endParaRPr lang="zh-CN" altLang="en-US" dirty="0"/>
          </a:p>
        </p:txBody>
      </p:sp>
    </p:spTree>
    <p:extLst>
      <p:ext uri="{BB962C8B-B14F-4D97-AF65-F5344CB8AC3E}">
        <p14:creationId xmlns:p14="http://schemas.microsoft.com/office/powerpoint/2010/main" val="109800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A9CEB7-96EB-AA2F-340E-B0CF443C7F0D}"/>
              </a:ext>
            </a:extLst>
          </p:cNvPr>
          <p:cNvSpPr txBox="1"/>
          <p:nvPr/>
        </p:nvSpPr>
        <p:spPr>
          <a:xfrm>
            <a:off x="533399" y="333375"/>
            <a:ext cx="10067926" cy="2616101"/>
          </a:xfrm>
          <a:prstGeom prst="rect">
            <a:avLst/>
          </a:prstGeom>
          <a:noFill/>
        </p:spPr>
        <p:txBody>
          <a:bodyPr wrap="square" rtlCol="0">
            <a:spAutoFit/>
          </a:bodyPr>
          <a:lstStyle/>
          <a:p>
            <a:r>
              <a:rPr lang="zh-CN" altLang="en-US" sz="1600" b="1" dirty="0">
                <a:latin typeface="微软雅黑" panose="020B0503020204020204" pitchFamily="34" charset="-122"/>
              </a:rPr>
              <a:t>双向固定效应模型</a:t>
            </a:r>
            <a:r>
              <a:rPr lang="zh-CN" altLang="en-US" sz="1600" dirty="0">
                <a:latin typeface="微软雅黑" panose="020B0503020204020204" pitchFamily="34" charset="-122"/>
              </a:rPr>
              <a:t>专门用来处理既随时间变化、又随个体变化的面板数据。</a:t>
            </a:r>
          </a:p>
          <a:p>
            <a:r>
              <a:rPr lang="zh-CN" altLang="en-US" sz="1600" dirty="0">
                <a:latin typeface="微软雅黑" panose="020B0503020204020204" pitchFamily="34" charset="-122"/>
              </a:rPr>
              <a:t>双向固定效应模型（</a:t>
            </a:r>
            <a:r>
              <a:rPr lang="en-US" altLang="zh-CN" sz="1600" dirty="0">
                <a:latin typeface="微软雅黑" panose="020B0503020204020204" pitchFamily="34" charset="-122"/>
              </a:rPr>
              <a:t>Two-way Fixed Effects Model</a:t>
            </a:r>
            <a:r>
              <a:rPr lang="zh-CN" altLang="en-US" sz="1600" dirty="0">
                <a:latin typeface="微软雅黑" panose="020B0503020204020204" pitchFamily="34" charset="-122"/>
              </a:rPr>
              <a:t>）通过同时控制“个体之间”和“不同时间”这两大类“看不见”的影响因素，来更准确地估算出我们真正关心的变量之间的因果关系。</a:t>
            </a:r>
          </a:p>
          <a:p>
            <a:r>
              <a:rPr lang="zh-CN" altLang="en-US" sz="1600" b="1" dirty="0">
                <a:latin typeface="微软雅黑" panose="020B0503020204020204" pitchFamily="34" charset="-122"/>
              </a:rPr>
              <a:t>个体和时间固定效应分别是什么？</a:t>
            </a:r>
          </a:p>
          <a:p>
            <a:r>
              <a:rPr lang="en-US" altLang="zh-CN" sz="1600" b="1" dirty="0">
                <a:latin typeface="微软雅黑" panose="020B0503020204020204" pitchFamily="34" charset="-122"/>
              </a:rPr>
              <a:t>a) </a:t>
            </a:r>
            <a:r>
              <a:rPr lang="zh-CN" altLang="en-US" sz="1600" b="1" dirty="0">
                <a:latin typeface="微软雅黑" panose="020B0503020204020204" pitchFamily="34" charset="-122"/>
              </a:rPr>
              <a:t>个体固定效应 </a:t>
            </a:r>
            <a:r>
              <a:rPr lang="en-US" altLang="zh-CN" sz="1600" b="1" dirty="0">
                <a:latin typeface="微软雅黑" panose="020B0503020204020204" pitchFamily="34" charset="-122"/>
              </a:rPr>
              <a:t>(Individual Fixed Effect)</a:t>
            </a:r>
          </a:p>
          <a:p>
            <a:r>
              <a:rPr lang="zh-CN" altLang="en-US" sz="1600" dirty="0">
                <a:latin typeface="微软雅黑" panose="020B0503020204020204" pitchFamily="34" charset="-122"/>
              </a:rPr>
              <a:t>个体固定效应指的是那些不随时间改变，但因个体而异的、难以观测或衡量的“固有属性”。</a:t>
            </a:r>
          </a:p>
          <a:p>
            <a:r>
              <a:rPr lang="zh-CN" altLang="en-US" sz="1600" dirty="0">
                <a:latin typeface="微软雅黑" panose="020B0503020204020204" pitchFamily="34" charset="-122"/>
              </a:rPr>
              <a:t>它控制的是“个体层面”的差异。你可以把它理解为每个分析对象（如公司、城市、个人）自带的、恒定的“背景板”或“天赋点”。</a:t>
            </a:r>
          </a:p>
          <a:p>
            <a:r>
              <a:rPr lang="en-US" altLang="zh-CN" sz="1600" b="1" dirty="0">
                <a:latin typeface="微软雅黑" panose="020B0503020204020204" pitchFamily="34" charset="-122"/>
              </a:rPr>
              <a:t>b) </a:t>
            </a:r>
            <a:r>
              <a:rPr lang="zh-CN" altLang="en-US" sz="1600" b="1" dirty="0">
                <a:latin typeface="微软雅黑" panose="020B0503020204020204" pitchFamily="34" charset="-122"/>
              </a:rPr>
              <a:t>时间固定效应 </a:t>
            </a:r>
            <a:r>
              <a:rPr lang="en-US" altLang="zh-CN" sz="1600" b="1" dirty="0">
                <a:latin typeface="微软雅黑" panose="020B0503020204020204" pitchFamily="34" charset="-122"/>
              </a:rPr>
              <a:t>(Time Fixed Effect)</a:t>
            </a:r>
          </a:p>
          <a:p>
            <a:r>
              <a:rPr lang="zh-CN" altLang="en-US" sz="1600" dirty="0">
                <a:latin typeface="微软雅黑" panose="020B0503020204020204" pitchFamily="34" charset="-122"/>
              </a:rPr>
              <a:t>时间固定效应指的是那些不因个体而改变，但随时间而变的、影响了所有个体的“共同冲击”。</a:t>
            </a:r>
          </a:p>
        </p:txBody>
      </p:sp>
      <p:graphicFrame>
        <p:nvGraphicFramePr>
          <p:cNvPr id="10" name="Table 9">
            <a:extLst>
              <a:ext uri="{FF2B5EF4-FFF2-40B4-BE49-F238E27FC236}">
                <a16:creationId xmlns:a16="http://schemas.microsoft.com/office/drawing/2014/main" id="{1D11D2CB-3F81-D20F-1122-64F3EAA98F59}"/>
              </a:ext>
            </a:extLst>
          </p:cNvPr>
          <p:cNvGraphicFramePr>
            <a:graphicFrameLocks noGrp="1"/>
          </p:cNvGraphicFramePr>
          <p:nvPr>
            <p:extLst>
              <p:ext uri="{D42A27DB-BD31-4B8C-83A1-F6EECF244321}">
                <p14:modId xmlns:p14="http://schemas.microsoft.com/office/powerpoint/2010/main" val="1759344963"/>
              </p:ext>
            </p:extLst>
          </p:nvPr>
        </p:nvGraphicFramePr>
        <p:xfrm>
          <a:off x="263525" y="3429000"/>
          <a:ext cx="8140701" cy="2642660"/>
        </p:xfrm>
        <a:graphic>
          <a:graphicData uri="http://schemas.openxmlformats.org/drawingml/2006/table">
            <a:tbl>
              <a:tblPr firstRow="1" bandRow="1">
                <a:tableStyleId>{5C22544A-7EE6-4342-B048-85BDC9FD1C3A}</a:tableStyleId>
              </a:tblPr>
              <a:tblGrid>
                <a:gridCol w="2713567">
                  <a:extLst>
                    <a:ext uri="{9D8B030D-6E8A-4147-A177-3AD203B41FA5}">
                      <a16:colId xmlns:a16="http://schemas.microsoft.com/office/drawing/2014/main" val="788846987"/>
                    </a:ext>
                  </a:extLst>
                </a:gridCol>
                <a:gridCol w="2713567">
                  <a:extLst>
                    <a:ext uri="{9D8B030D-6E8A-4147-A177-3AD203B41FA5}">
                      <a16:colId xmlns:a16="http://schemas.microsoft.com/office/drawing/2014/main" val="2718422960"/>
                    </a:ext>
                  </a:extLst>
                </a:gridCol>
                <a:gridCol w="2713567">
                  <a:extLst>
                    <a:ext uri="{9D8B030D-6E8A-4147-A177-3AD203B41FA5}">
                      <a16:colId xmlns:a16="http://schemas.microsoft.com/office/drawing/2014/main" val="2880735611"/>
                    </a:ext>
                  </a:extLst>
                </a:gridCol>
              </a:tblGrid>
              <a:tr h="509008">
                <a:tc>
                  <a:txBody>
                    <a:bodyPr/>
                    <a:lstStyle/>
                    <a:p>
                      <a:pPr>
                        <a:buNone/>
                      </a:pPr>
                      <a:r>
                        <a:rPr lang="zh-CN" altLang="en-US" sz="1400" dirty="0">
                          <a:latin typeface="微软雅黑" panose="020B0503020204020204" pitchFamily="34" charset="-122"/>
                        </a:rPr>
                        <a:t>固定效应类型</a:t>
                      </a:r>
                    </a:p>
                  </a:txBody>
                  <a:tcPr anchor="ctr"/>
                </a:tc>
                <a:tc>
                  <a:txBody>
                    <a:bodyPr/>
                    <a:lstStyle/>
                    <a:p>
                      <a:pPr>
                        <a:buNone/>
                      </a:pPr>
                      <a:r>
                        <a:rPr lang="zh-CN" altLang="en-US" sz="1400" dirty="0">
                          <a:latin typeface="微软雅黑" panose="020B0503020204020204" pitchFamily="34" charset="-122"/>
                        </a:rPr>
                        <a:t>控制了什么？</a:t>
                      </a:r>
                    </a:p>
                  </a:txBody>
                  <a:tcPr anchor="ctr"/>
                </a:tc>
                <a:tc>
                  <a:txBody>
                    <a:bodyPr/>
                    <a:lstStyle/>
                    <a:p>
                      <a:pPr>
                        <a:buNone/>
                      </a:pPr>
                      <a:r>
                        <a:rPr lang="zh-CN" altLang="en-US" sz="1400" dirty="0">
                          <a:latin typeface="微软雅黑" panose="020B0503020204020204" pitchFamily="34" charset="-122"/>
                        </a:rPr>
                        <a:t>回答了什么问题？</a:t>
                      </a:r>
                    </a:p>
                  </a:txBody>
                  <a:tcPr anchor="ctr"/>
                </a:tc>
                <a:extLst>
                  <a:ext uri="{0D108BD9-81ED-4DB2-BD59-A6C34878D82A}">
                    <a16:rowId xmlns:a16="http://schemas.microsoft.com/office/drawing/2014/main" val="1756446031"/>
                  </a:ext>
                </a:extLst>
              </a:tr>
              <a:tr h="627545">
                <a:tc>
                  <a:txBody>
                    <a:bodyPr/>
                    <a:lstStyle/>
                    <a:p>
                      <a:pPr>
                        <a:buNone/>
                      </a:pPr>
                      <a:r>
                        <a:rPr lang="zh-CN" altLang="en-US" sz="1400" dirty="0">
                          <a:latin typeface="微软雅黑" panose="020B0503020204020204" pitchFamily="34" charset="-122"/>
                        </a:rPr>
                        <a:t>个体固定效应</a:t>
                      </a:r>
                    </a:p>
                  </a:txBody>
                  <a:tcPr anchor="ctr"/>
                </a:tc>
                <a:tc>
                  <a:txBody>
                    <a:bodyPr/>
                    <a:lstStyle/>
                    <a:p>
                      <a:pPr>
                        <a:buNone/>
                      </a:pPr>
                      <a:r>
                        <a:rPr lang="zh-CN" altLang="en-US" sz="1400" dirty="0">
                          <a:latin typeface="微软雅黑" panose="020B0503020204020204" pitchFamily="34" charset="-122"/>
                        </a:rPr>
                        <a:t>不随时间变化的个体“固有属性”</a:t>
                      </a:r>
                      <a:r>
                        <a:rPr lang="en-US" altLang="zh-CN" sz="1400" dirty="0"/>
                        <a:t>(</a:t>
                      </a:r>
                      <a:r>
                        <a:rPr lang="zh-CN" altLang="en-US" sz="1400" dirty="0"/>
                        <a:t>如公司文化、品牌</a:t>
                      </a:r>
                      <a:r>
                        <a:rPr lang="en-US" altLang="zh-CN" sz="1400" dirty="0"/>
                        <a:t>)</a:t>
                      </a:r>
                    </a:p>
                  </a:txBody>
                  <a:tcPr anchor="ctr"/>
                </a:tc>
                <a:tc>
                  <a:txBody>
                    <a:bodyPr/>
                    <a:lstStyle/>
                    <a:p>
                      <a:pPr>
                        <a:buNone/>
                      </a:pPr>
                      <a:r>
                        <a:rPr lang="zh-CN" altLang="en-US" sz="1400" dirty="0">
                          <a:latin typeface="微软雅黑" panose="020B0503020204020204" pitchFamily="34" charset="-122"/>
                        </a:rPr>
                        <a:t>对于同一个公司，研发投入的变化如何影响其利润？</a:t>
                      </a:r>
                    </a:p>
                  </a:txBody>
                  <a:tcPr anchor="ctr"/>
                </a:tc>
                <a:extLst>
                  <a:ext uri="{0D108BD9-81ED-4DB2-BD59-A6C34878D82A}">
                    <a16:rowId xmlns:a16="http://schemas.microsoft.com/office/drawing/2014/main" val="871535906"/>
                  </a:ext>
                </a:extLst>
              </a:tr>
              <a:tr h="627545">
                <a:tc>
                  <a:txBody>
                    <a:bodyPr/>
                    <a:lstStyle/>
                    <a:p>
                      <a:pPr>
                        <a:buNone/>
                      </a:pPr>
                      <a:r>
                        <a:rPr lang="zh-CN" altLang="en-US" sz="1400" dirty="0">
                          <a:latin typeface="微软雅黑" panose="020B0503020204020204" pitchFamily="34" charset="-122"/>
                        </a:rPr>
                        <a:t>时间固定效应</a:t>
                      </a:r>
                    </a:p>
                  </a:txBody>
                  <a:tcPr anchor="ctr"/>
                </a:tc>
                <a:tc>
                  <a:txBody>
                    <a:bodyPr/>
                    <a:lstStyle/>
                    <a:p>
                      <a:pPr>
                        <a:buNone/>
                      </a:pPr>
                      <a:r>
                        <a:rPr lang="zh-CN" altLang="en-US" sz="1400" dirty="0">
                          <a:latin typeface="微软雅黑" panose="020B0503020204020204" pitchFamily="34" charset="-122"/>
                        </a:rPr>
                        <a:t>不因个体而变的共同“宏观冲击”如经济周期、政策</a:t>
                      </a:r>
                      <a:r>
                        <a:rPr lang="en-US" altLang="zh-CN" sz="1400" dirty="0"/>
                        <a:t>)</a:t>
                      </a:r>
                    </a:p>
                  </a:txBody>
                  <a:tcPr anchor="ctr"/>
                </a:tc>
                <a:tc>
                  <a:txBody>
                    <a:bodyPr/>
                    <a:lstStyle/>
                    <a:p>
                      <a:pPr>
                        <a:buNone/>
                      </a:pPr>
                      <a:r>
                        <a:rPr lang="zh-CN" altLang="en-US" sz="1400" dirty="0">
                          <a:latin typeface="微软雅黑" panose="020B0503020204020204" pitchFamily="34" charset="-122"/>
                        </a:rPr>
                        <a:t>在同一年份里，研发投入更多的公司是否利润更高？</a:t>
                      </a:r>
                    </a:p>
                  </a:txBody>
                  <a:tcPr anchor="ctr"/>
                </a:tc>
                <a:extLst>
                  <a:ext uri="{0D108BD9-81ED-4DB2-BD59-A6C34878D82A}">
                    <a16:rowId xmlns:a16="http://schemas.microsoft.com/office/drawing/2014/main" val="1885816793"/>
                  </a:ext>
                </a:extLst>
              </a:tr>
              <a:tr h="878562">
                <a:tc>
                  <a:txBody>
                    <a:bodyPr/>
                    <a:lstStyle/>
                    <a:p>
                      <a:pPr>
                        <a:buNone/>
                      </a:pPr>
                      <a:r>
                        <a:rPr lang="zh-CN" altLang="en-US" sz="1400" dirty="0">
                          <a:latin typeface="微软雅黑" panose="020B0503020204020204" pitchFamily="34" charset="-122"/>
                        </a:rPr>
                        <a:t>双向固定效应</a:t>
                      </a:r>
                    </a:p>
                  </a:txBody>
                  <a:tcPr anchor="ctr"/>
                </a:tc>
                <a:tc>
                  <a:txBody>
                    <a:bodyPr/>
                    <a:lstStyle/>
                    <a:p>
                      <a:pPr>
                        <a:buNone/>
                      </a:pPr>
                      <a:r>
                        <a:rPr lang="zh-CN" altLang="en-US" sz="1400" dirty="0">
                          <a:latin typeface="微软雅黑" panose="020B0503020204020204" pitchFamily="34" charset="-122"/>
                        </a:rPr>
                        <a:t>同时控制上述两种效应</a:t>
                      </a:r>
                    </a:p>
                  </a:txBody>
                  <a:tcPr anchor="ctr"/>
                </a:tc>
                <a:tc>
                  <a:txBody>
                    <a:bodyPr/>
                    <a:lstStyle/>
                    <a:p>
                      <a:pPr>
                        <a:buNone/>
                      </a:pPr>
                      <a:r>
                        <a:rPr lang="zh-CN" altLang="en-US" sz="1400" dirty="0">
                          <a:latin typeface="微软雅黑" panose="020B0503020204020204" pitchFamily="34" charset="-122"/>
                        </a:rPr>
                        <a:t>在排除了公司固有差异和宏观环境冲击后，研发投入对利润的净效应到底是多少</a:t>
                      </a:r>
                    </a:p>
                  </a:txBody>
                  <a:tcPr anchor="ctr"/>
                </a:tc>
                <a:extLst>
                  <a:ext uri="{0D108BD9-81ED-4DB2-BD59-A6C34878D82A}">
                    <a16:rowId xmlns:a16="http://schemas.microsoft.com/office/drawing/2014/main" val="3123140445"/>
                  </a:ext>
                </a:extLst>
              </a:tr>
            </a:tbl>
          </a:graphicData>
        </a:graphic>
      </p:graphicFrame>
    </p:spTree>
    <p:extLst>
      <p:ext uri="{BB962C8B-B14F-4D97-AF65-F5344CB8AC3E}">
        <p14:creationId xmlns:p14="http://schemas.microsoft.com/office/powerpoint/2010/main" val="1284864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A528-89E8-B382-62CD-EBA86C2A2C4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1DC97A1-72C9-55DA-5401-355F2D81214C}"/>
              </a:ext>
            </a:extLst>
          </p:cNvPr>
          <p:cNvSpPr txBox="1"/>
          <p:nvPr/>
        </p:nvSpPr>
        <p:spPr>
          <a:xfrm>
            <a:off x="285750" y="114300"/>
            <a:ext cx="4859991"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sp>
        <p:nvSpPr>
          <p:cNvPr id="2" name="TextBox 1">
            <a:extLst>
              <a:ext uri="{FF2B5EF4-FFF2-40B4-BE49-F238E27FC236}">
                <a16:creationId xmlns:a16="http://schemas.microsoft.com/office/drawing/2014/main" id="{1E385C4B-5F34-E783-B0A8-A63DA2051C3D}"/>
              </a:ext>
            </a:extLst>
          </p:cNvPr>
          <p:cNvSpPr txBox="1"/>
          <p:nvPr/>
        </p:nvSpPr>
        <p:spPr>
          <a:xfrm>
            <a:off x="222229" y="4938202"/>
            <a:ext cx="11302984" cy="1815882"/>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医院比率、政策宽松度和品牌在分子式份额，间接相关的是品牌在</a:t>
            </a:r>
            <a:r>
              <a:rPr lang="en-GB" altLang="zh-CN" sz="1600" dirty="0">
                <a:latin typeface="微软雅黑" panose="020B0503020204020204" pitchFamily="34" charset="-122"/>
              </a:rPr>
              <a:t>MNC_OUT</a:t>
            </a:r>
            <a:r>
              <a:rPr lang="zh-CN" altLang="en-US" sz="1600" dirty="0">
                <a:latin typeface="微软雅黑" panose="020B0503020204020204" pitchFamily="34" charset="-122"/>
              </a:rPr>
              <a:t>份额。</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当研究时间段调整为近期</a:t>
            </a:r>
            <a:r>
              <a:rPr lang="en-US" altLang="zh-CN" sz="1600" dirty="0">
                <a:latin typeface="微软雅黑" panose="020B0503020204020204" pitchFamily="34" charset="-122"/>
              </a:rPr>
              <a:t>24Q3-25Q3 </a:t>
            </a:r>
            <a:r>
              <a:rPr lang="zh-CN" altLang="en-US" sz="1600" dirty="0">
                <a:latin typeface="微软雅黑" panose="020B0503020204020204" pitchFamily="34" charset="-122"/>
              </a:rPr>
              <a:t>，</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医院比率不再与医院渠道毛销售额相关。</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图中值得关注的是，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医院比率与零售分销率的正相关性（络活喜也具有类似关系）、医院品牌在分子式份额与分子式在目标市场份额负相关性（西乐葆和左洛复也具有类似关系）、政策宽松度与品牌在</a:t>
            </a:r>
            <a:r>
              <a:rPr lang="en-GB" altLang="zh-CN" sz="1600" dirty="0">
                <a:latin typeface="微软雅黑" panose="020B0503020204020204" pitchFamily="34" charset="-122"/>
              </a:rPr>
              <a:t>MNC</a:t>
            </a:r>
            <a:r>
              <a:rPr lang="en-US" altLang="zh-CN" sz="1600" dirty="0">
                <a:latin typeface="微软雅黑" panose="020B0503020204020204" pitchFamily="34" charset="-122"/>
              </a:rPr>
              <a:t>_OUT</a:t>
            </a:r>
            <a:r>
              <a:rPr lang="zh-CN" altLang="en-US" sz="1600" dirty="0">
                <a:latin typeface="微软雅黑" panose="020B0503020204020204" pitchFamily="34" charset="-122"/>
              </a:rPr>
              <a:t>份额的负相关（络活喜也具有类似关系）；这些关系将在后面打开到个别省份，进行趋势对比。</a:t>
            </a:r>
            <a:endParaRPr lang="en-GB" altLang="zh-CN" sz="1600" dirty="0">
              <a:latin typeface="微软雅黑" panose="020B0503020204020204" pitchFamily="34" charset="-122"/>
            </a:endParaRPr>
          </a:p>
        </p:txBody>
      </p:sp>
      <p:grpSp>
        <p:nvGrpSpPr>
          <p:cNvPr id="7" name="Group 6">
            <a:extLst>
              <a:ext uri="{FF2B5EF4-FFF2-40B4-BE49-F238E27FC236}">
                <a16:creationId xmlns:a16="http://schemas.microsoft.com/office/drawing/2014/main" id="{22DB8C0A-4171-B2BF-C593-E553333B9AC1}"/>
              </a:ext>
            </a:extLst>
          </p:cNvPr>
          <p:cNvGrpSpPr/>
          <p:nvPr/>
        </p:nvGrpSpPr>
        <p:grpSpPr>
          <a:xfrm>
            <a:off x="10715830" y="4210821"/>
            <a:ext cx="1242251" cy="338554"/>
            <a:chOff x="10851746" y="6219402"/>
            <a:chExt cx="1242251" cy="338554"/>
          </a:xfrm>
        </p:grpSpPr>
        <p:grpSp>
          <p:nvGrpSpPr>
            <p:cNvPr id="9" name="Group 8">
              <a:extLst>
                <a:ext uri="{FF2B5EF4-FFF2-40B4-BE49-F238E27FC236}">
                  <a16:creationId xmlns:a16="http://schemas.microsoft.com/office/drawing/2014/main" id="{D4AF6DA1-D03A-F978-88A6-416F183A703B}"/>
                </a:ext>
              </a:extLst>
            </p:cNvPr>
            <p:cNvGrpSpPr/>
            <p:nvPr/>
          </p:nvGrpSpPr>
          <p:grpSpPr>
            <a:xfrm>
              <a:off x="10851746" y="6304983"/>
              <a:ext cx="271485" cy="249736"/>
              <a:chOff x="5962652" y="5298994"/>
              <a:chExt cx="323850" cy="304800"/>
            </a:xfrm>
            <a:solidFill>
              <a:srgbClr val="C00000"/>
            </a:solidFill>
          </p:grpSpPr>
          <p:sp>
            <p:nvSpPr>
              <p:cNvPr id="11" name="Oval 10">
                <a:extLst>
                  <a:ext uri="{FF2B5EF4-FFF2-40B4-BE49-F238E27FC236}">
                    <a16:creationId xmlns:a16="http://schemas.microsoft.com/office/drawing/2014/main" id="{102669ED-FEB4-525B-F01C-A0CE50B6411E}"/>
                  </a:ext>
                </a:extLst>
              </p:cNvPr>
              <p:cNvSpPr/>
              <p:nvPr/>
            </p:nvSpPr>
            <p:spPr>
              <a:xfrm>
                <a:off x="5962652"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 name="Flowchart: Process 11">
                <a:extLst>
                  <a:ext uri="{FF2B5EF4-FFF2-40B4-BE49-F238E27FC236}">
                    <a16:creationId xmlns:a16="http://schemas.microsoft.com/office/drawing/2014/main" id="{2A314BBE-FDD9-A99A-2D8F-FA3C21015F1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0" name="TextBox 9">
              <a:extLst>
                <a:ext uri="{FF2B5EF4-FFF2-40B4-BE49-F238E27FC236}">
                  <a16:creationId xmlns:a16="http://schemas.microsoft.com/office/drawing/2014/main" id="{4F7D6783-DB05-BC16-62AC-30C830DE91A3}"/>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17" name="Group 16">
            <a:extLst>
              <a:ext uri="{FF2B5EF4-FFF2-40B4-BE49-F238E27FC236}">
                <a16:creationId xmlns:a16="http://schemas.microsoft.com/office/drawing/2014/main" id="{9A454332-381C-7AC4-44DD-C548560F9B07}"/>
              </a:ext>
            </a:extLst>
          </p:cNvPr>
          <p:cNvGrpSpPr/>
          <p:nvPr/>
        </p:nvGrpSpPr>
        <p:grpSpPr>
          <a:xfrm>
            <a:off x="147637" y="563344"/>
            <a:ext cx="12008504" cy="4243269"/>
            <a:chOff x="147637" y="563344"/>
            <a:chExt cx="12008504" cy="4243269"/>
          </a:xfrm>
        </p:grpSpPr>
        <p:grpSp>
          <p:nvGrpSpPr>
            <p:cNvPr id="3" name="Group 2">
              <a:extLst>
                <a:ext uri="{FF2B5EF4-FFF2-40B4-BE49-F238E27FC236}">
                  <a16:creationId xmlns:a16="http://schemas.microsoft.com/office/drawing/2014/main" id="{C2A3D6AA-8502-5E0E-3EDB-08326F8CFA17}"/>
                </a:ext>
              </a:extLst>
            </p:cNvPr>
            <p:cNvGrpSpPr/>
            <p:nvPr/>
          </p:nvGrpSpPr>
          <p:grpSpPr>
            <a:xfrm>
              <a:off x="147637" y="563344"/>
              <a:ext cx="11896725" cy="4243269"/>
              <a:chOff x="147637" y="772894"/>
              <a:chExt cx="11896725" cy="4243269"/>
            </a:xfrm>
          </p:grpSpPr>
          <p:pic>
            <p:nvPicPr>
              <p:cNvPr id="23" name="Picture 22" descr="A diagram of a computer flowchart&#10;&#10;AI-generated content may be incorrect.">
                <a:extLst>
                  <a:ext uri="{FF2B5EF4-FFF2-40B4-BE49-F238E27FC236}">
                    <a16:creationId xmlns:a16="http://schemas.microsoft.com/office/drawing/2014/main" id="{34D74EBC-E831-E688-095F-E0454A2EB579}"/>
                  </a:ext>
                </a:extLst>
              </p:cNvPr>
              <p:cNvPicPr>
                <a:picLocks noChangeAspect="1"/>
              </p:cNvPicPr>
              <p:nvPr/>
            </p:nvPicPr>
            <p:blipFill>
              <a:blip r:embed="rId3">
                <a:extLst>
                  <a:ext uri="{28A0092B-C50C-407E-A947-70E740481C1C}">
                    <a14:useLocalDpi xmlns:a14="http://schemas.microsoft.com/office/drawing/2010/main" val="0"/>
                  </a:ext>
                </a:extLst>
              </a:blip>
              <a:srcRect l="937" r="1484"/>
              <a:stretch>
                <a:fillRect/>
              </a:stretch>
            </p:blipFill>
            <p:spPr>
              <a:xfrm>
                <a:off x="147637" y="772894"/>
                <a:ext cx="11896725" cy="4243269"/>
              </a:xfrm>
              <a:prstGeom prst="rect">
                <a:avLst/>
              </a:prstGeom>
            </p:spPr>
          </p:pic>
          <p:grpSp>
            <p:nvGrpSpPr>
              <p:cNvPr id="24" name="Group 23">
                <a:extLst>
                  <a:ext uri="{FF2B5EF4-FFF2-40B4-BE49-F238E27FC236}">
                    <a16:creationId xmlns:a16="http://schemas.microsoft.com/office/drawing/2014/main" id="{B3F7FE63-A5B4-513A-8070-A24C9CA76697}"/>
                  </a:ext>
                </a:extLst>
              </p:cNvPr>
              <p:cNvGrpSpPr/>
              <p:nvPr/>
            </p:nvGrpSpPr>
            <p:grpSpPr>
              <a:xfrm>
                <a:off x="3602067" y="3982128"/>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C8221743-A461-05F0-D6FE-AC9AC3412A14}"/>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23F0F5A6-8E05-1B99-F0B3-5CE779E5265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D4633541-D63E-2F69-9957-3690C9C37272}"/>
                  </a:ext>
                </a:extLst>
              </p:cNvPr>
              <p:cNvGrpSpPr/>
              <p:nvPr/>
            </p:nvGrpSpPr>
            <p:grpSpPr>
              <a:xfrm>
                <a:off x="7095888" y="3375393"/>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617FCCEE-F633-CA0C-875C-9A687C80D7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9DEEC5CA-EC20-5044-32BB-F4A83FF32C4C}"/>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2386E9EE-BA8A-B3C3-BED2-CBB35DE28091}"/>
                  </a:ext>
                </a:extLst>
              </p:cNvPr>
              <p:cNvGrpSpPr/>
              <p:nvPr/>
            </p:nvGrpSpPr>
            <p:grpSpPr>
              <a:xfrm>
                <a:off x="5646149" y="1599529"/>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E532F171-EA3E-412E-F7A8-60519FB593A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780F102E-F5F6-4AAD-98C3-2C59DDDEF74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0" name="Group 39">
                <a:extLst>
                  <a:ext uri="{FF2B5EF4-FFF2-40B4-BE49-F238E27FC236}">
                    <a16:creationId xmlns:a16="http://schemas.microsoft.com/office/drawing/2014/main" id="{99DAC4C8-3FA8-B45D-538C-60774045F16D}"/>
                  </a:ext>
                </a:extLst>
              </p:cNvPr>
              <p:cNvGrpSpPr/>
              <p:nvPr/>
            </p:nvGrpSpPr>
            <p:grpSpPr>
              <a:xfrm>
                <a:off x="10351499" y="1849265"/>
                <a:ext cx="271485" cy="249736"/>
                <a:chOff x="5962646" y="5298994"/>
                <a:chExt cx="323850" cy="304800"/>
              </a:xfrm>
              <a:solidFill>
                <a:srgbClr val="C00000"/>
              </a:solidFill>
            </p:grpSpPr>
            <p:sp>
              <p:nvSpPr>
                <p:cNvPr id="41" name="Oval 40">
                  <a:extLst>
                    <a:ext uri="{FF2B5EF4-FFF2-40B4-BE49-F238E27FC236}">
                      <a16:creationId xmlns:a16="http://schemas.microsoft.com/office/drawing/2014/main" id="{78656D05-71BC-2C6A-C3CE-EA2A81CA57E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 name="Flowchart: Process 41">
                  <a:extLst>
                    <a:ext uri="{FF2B5EF4-FFF2-40B4-BE49-F238E27FC236}">
                      <a16:creationId xmlns:a16="http://schemas.microsoft.com/office/drawing/2014/main" id="{41C71C62-0076-CBFF-28F2-2356FC42C9E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4" name="Group 43">
                <a:extLst>
                  <a:ext uri="{FF2B5EF4-FFF2-40B4-BE49-F238E27FC236}">
                    <a16:creationId xmlns:a16="http://schemas.microsoft.com/office/drawing/2014/main" id="{14F8198A-B599-5B19-E554-6A23C632A972}"/>
                  </a:ext>
                </a:extLst>
              </p:cNvPr>
              <p:cNvGrpSpPr/>
              <p:nvPr/>
            </p:nvGrpSpPr>
            <p:grpSpPr>
              <a:xfrm>
                <a:off x="8084549" y="2354090"/>
                <a:ext cx="271485" cy="249736"/>
                <a:chOff x="5962646" y="5298994"/>
                <a:chExt cx="323850" cy="304800"/>
              </a:xfrm>
              <a:solidFill>
                <a:srgbClr val="C00000"/>
              </a:solidFill>
            </p:grpSpPr>
            <p:sp>
              <p:nvSpPr>
                <p:cNvPr id="45" name="Oval 44">
                  <a:extLst>
                    <a:ext uri="{FF2B5EF4-FFF2-40B4-BE49-F238E27FC236}">
                      <a16:creationId xmlns:a16="http://schemas.microsoft.com/office/drawing/2014/main" id="{635CF4EB-6137-0F13-1123-1FB28D5561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6" name="Flowchart: Process 45">
                  <a:extLst>
                    <a:ext uri="{FF2B5EF4-FFF2-40B4-BE49-F238E27FC236}">
                      <a16:creationId xmlns:a16="http://schemas.microsoft.com/office/drawing/2014/main" id="{7CB91030-190A-E33F-8FF3-DF31C4718C8D}"/>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4" name="Rectangle 3">
              <a:extLst>
                <a:ext uri="{FF2B5EF4-FFF2-40B4-BE49-F238E27FC236}">
                  <a16:creationId xmlns:a16="http://schemas.microsoft.com/office/drawing/2014/main" id="{86E33FC8-5420-7421-BFB0-C12AD7B4CF21}"/>
                </a:ext>
              </a:extLst>
            </p:cNvPr>
            <p:cNvSpPr/>
            <p:nvPr/>
          </p:nvSpPr>
          <p:spPr>
            <a:xfrm>
              <a:off x="7682753" y="4296402"/>
              <a:ext cx="1891553"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5" name="Freeform: Shape 4">
              <a:extLst>
                <a:ext uri="{FF2B5EF4-FFF2-40B4-BE49-F238E27FC236}">
                  <a16:creationId xmlns:a16="http://schemas.microsoft.com/office/drawing/2014/main" id="{EDA245E5-69F6-289E-0023-9E0A970D899F}"/>
                </a:ext>
              </a:extLst>
            </p:cNvPr>
            <p:cNvSpPr/>
            <p:nvPr/>
          </p:nvSpPr>
          <p:spPr>
            <a:xfrm>
              <a:off x="8346141" y="2895600"/>
              <a:ext cx="98612" cy="1398494"/>
            </a:xfrm>
            <a:custGeom>
              <a:avLst/>
              <a:gdLst>
                <a:gd name="connsiteX0" fmla="*/ 89647 w 98612"/>
                <a:gd name="connsiteY0" fmla="*/ 0 h 1398494"/>
                <a:gd name="connsiteX1" fmla="*/ 35859 w 98612"/>
                <a:gd name="connsiteY1" fmla="*/ 179294 h 1398494"/>
                <a:gd name="connsiteX2" fmla="*/ 0 w 98612"/>
                <a:gd name="connsiteY2" fmla="*/ 376518 h 1398494"/>
                <a:gd name="connsiteX3" fmla="*/ 8965 w 98612"/>
                <a:gd name="connsiteY3" fmla="*/ 932329 h 1398494"/>
                <a:gd name="connsiteX4" fmla="*/ 26894 w 98612"/>
                <a:gd name="connsiteY4" fmla="*/ 1147482 h 1398494"/>
                <a:gd name="connsiteX5" fmla="*/ 35859 w 98612"/>
                <a:gd name="connsiteY5" fmla="*/ 1174376 h 1398494"/>
                <a:gd name="connsiteX6" fmla="*/ 44824 w 98612"/>
                <a:gd name="connsiteY6" fmla="*/ 1228165 h 1398494"/>
                <a:gd name="connsiteX7" fmla="*/ 62753 w 98612"/>
                <a:gd name="connsiteY7" fmla="*/ 1281953 h 1398494"/>
                <a:gd name="connsiteX8" fmla="*/ 71718 w 98612"/>
                <a:gd name="connsiteY8" fmla="*/ 1362635 h 1398494"/>
                <a:gd name="connsiteX9" fmla="*/ 89647 w 98612"/>
                <a:gd name="connsiteY9" fmla="*/ 1380565 h 1398494"/>
                <a:gd name="connsiteX10" fmla="*/ 98612 w 98612"/>
                <a:gd name="connsiteY10" fmla="*/ 1398494 h 139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612" h="1398494">
                  <a:moveTo>
                    <a:pt x="89647" y="0"/>
                  </a:moveTo>
                  <a:cubicBezTo>
                    <a:pt x="69847" y="59400"/>
                    <a:pt x="49541" y="117723"/>
                    <a:pt x="35859" y="179294"/>
                  </a:cubicBezTo>
                  <a:cubicBezTo>
                    <a:pt x="21364" y="244522"/>
                    <a:pt x="11953" y="310777"/>
                    <a:pt x="0" y="376518"/>
                  </a:cubicBezTo>
                  <a:cubicBezTo>
                    <a:pt x="2988" y="561788"/>
                    <a:pt x="4275" y="747094"/>
                    <a:pt x="8965" y="932329"/>
                  </a:cubicBezTo>
                  <a:cubicBezTo>
                    <a:pt x="10258" y="983403"/>
                    <a:pt x="14435" y="1085184"/>
                    <a:pt x="26894" y="1147482"/>
                  </a:cubicBezTo>
                  <a:cubicBezTo>
                    <a:pt x="28747" y="1156748"/>
                    <a:pt x="32871" y="1165411"/>
                    <a:pt x="35859" y="1174376"/>
                  </a:cubicBezTo>
                  <a:cubicBezTo>
                    <a:pt x="38847" y="1192306"/>
                    <a:pt x="40415" y="1210531"/>
                    <a:pt x="44824" y="1228165"/>
                  </a:cubicBezTo>
                  <a:cubicBezTo>
                    <a:pt x="49408" y="1246500"/>
                    <a:pt x="59047" y="1263421"/>
                    <a:pt x="62753" y="1281953"/>
                  </a:cubicBezTo>
                  <a:cubicBezTo>
                    <a:pt x="68060" y="1308487"/>
                    <a:pt x="64598" y="1336529"/>
                    <a:pt x="71718" y="1362635"/>
                  </a:cubicBezTo>
                  <a:cubicBezTo>
                    <a:pt x="73942" y="1370789"/>
                    <a:pt x="84576" y="1373803"/>
                    <a:pt x="89647" y="1380565"/>
                  </a:cubicBezTo>
                  <a:cubicBezTo>
                    <a:pt x="93656" y="1385910"/>
                    <a:pt x="95624" y="1392518"/>
                    <a:pt x="98612" y="1398494"/>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6" name="Freeform: Shape 5">
              <a:extLst>
                <a:ext uri="{FF2B5EF4-FFF2-40B4-BE49-F238E27FC236}">
                  <a16:creationId xmlns:a16="http://schemas.microsoft.com/office/drawing/2014/main" id="{01D15FE8-A358-B29E-B1FF-724A33BB36C1}"/>
                </a:ext>
              </a:extLst>
            </p:cNvPr>
            <p:cNvSpPr/>
            <p:nvPr/>
          </p:nvSpPr>
          <p:spPr>
            <a:xfrm>
              <a:off x="8471647" y="2070847"/>
              <a:ext cx="600724" cy="2232280"/>
            </a:xfrm>
            <a:custGeom>
              <a:avLst/>
              <a:gdLst>
                <a:gd name="connsiteX0" fmla="*/ 457200 w 600724"/>
                <a:gd name="connsiteY0" fmla="*/ 0 h 2232280"/>
                <a:gd name="connsiteX1" fmla="*/ 528918 w 600724"/>
                <a:gd name="connsiteY1" fmla="*/ 251012 h 2232280"/>
                <a:gd name="connsiteX2" fmla="*/ 555812 w 600724"/>
                <a:gd name="connsiteY2" fmla="*/ 349624 h 2232280"/>
                <a:gd name="connsiteX3" fmla="*/ 573741 w 600724"/>
                <a:gd name="connsiteY3" fmla="*/ 466165 h 2232280"/>
                <a:gd name="connsiteX4" fmla="*/ 591671 w 600724"/>
                <a:gd name="connsiteY4" fmla="*/ 510988 h 2232280"/>
                <a:gd name="connsiteX5" fmla="*/ 600635 w 600724"/>
                <a:gd name="connsiteY5" fmla="*/ 636494 h 2232280"/>
                <a:gd name="connsiteX6" fmla="*/ 582706 w 600724"/>
                <a:gd name="connsiteY6" fmla="*/ 905435 h 2232280"/>
                <a:gd name="connsiteX7" fmla="*/ 573741 w 600724"/>
                <a:gd name="connsiteY7" fmla="*/ 977153 h 2232280"/>
                <a:gd name="connsiteX8" fmla="*/ 510988 w 600724"/>
                <a:gd name="connsiteY8" fmla="*/ 1246094 h 2232280"/>
                <a:gd name="connsiteX9" fmla="*/ 466165 w 600724"/>
                <a:gd name="connsiteY9" fmla="*/ 1362635 h 2232280"/>
                <a:gd name="connsiteX10" fmla="*/ 430306 w 600724"/>
                <a:gd name="connsiteY10" fmla="*/ 1416424 h 2232280"/>
                <a:gd name="connsiteX11" fmla="*/ 367553 w 600724"/>
                <a:gd name="connsiteY11" fmla="*/ 1524000 h 2232280"/>
                <a:gd name="connsiteX12" fmla="*/ 286871 w 600724"/>
                <a:gd name="connsiteY12" fmla="*/ 1703294 h 2232280"/>
                <a:gd name="connsiteX13" fmla="*/ 242047 w 600724"/>
                <a:gd name="connsiteY13" fmla="*/ 1792941 h 2232280"/>
                <a:gd name="connsiteX14" fmla="*/ 188259 w 600724"/>
                <a:gd name="connsiteY14" fmla="*/ 1891553 h 2232280"/>
                <a:gd name="connsiteX15" fmla="*/ 143435 w 600724"/>
                <a:gd name="connsiteY15" fmla="*/ 2008094 h 2232280"/>
                <a:gd name="connsiteX16" fmla="*/ 89647 w 600724"/>
                <a:gd name="connsiteY16" fmla="*/ 2124635 h 2232280"/>
                <a:gd name="connsiteX17" fmla="*/ 53788 w 600724"/>
                <a:gd name="connsiteY17" fmla="*/ 2223247 h 2232280"/>
                <a:gd name="connsiteX18" fmla="*/ 0 w 600724"/>
                <a:gd name="connsiteY18" fmla="*/ 2232212 h 223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0724" h="2232280">
                  <a:moveTo>
                    <a:pt x="457200" y="0"/>
                  </a:moveTo>
                  <a:cubicBezTo>
                    <a:pt x="478554" y="128119"/>
                    <a:pt x="456680" y="12627"/>
                    <a:pt x="528918" y="251012"/>
                  </a:cubicBezTo>
                  <a:cubicBezTo>
                    <a:pt x="538799" y="283619"/>
                    <a:pt x="548421" y="316364"/>
                    <a:pt x="555812" y="349624"/>
                  </a:cubicBezTo>
                  <a:cubicBezTo>
                    <a:pt x="561460" y="375040"/>
                    <a:pt x="566368" y="439131"/>
                    <a:pt x="573741" y="466165"/>
                  </a:cubicBezTo>
                  <a:cubicBezTo>
                    <a:pt x="577975" y="481690"/>
                    <a:pt x="585694" y="496047"/>
                    <a:pt x="591671" y="510988"/>
                  </a:cubicBezTo>
                  <a:cubicBezTo>
                    <a:pt x="594659" y="552823"/>
                    <a:pt x="601588" y="594563"/>
                    <a:pt x="600635" y="636494"/>
                  </a:cubicBezTo>
                  <a:cubicBezTo>
                    <a:pt x="598594" y="726317"/>
                    <a:pt x="589777" y="815868"/>
                    <a:pt x="582706" y="905435"/>
                  </a:cubicBezTo>
                  <a:cubicBezTo>
                    <a:pt x="580810" y="929452"/>
                    <a:pt x="578704" y="953578"/>
                    <a:pt x="573741" y="977153"/>
                  </a:cubicBezTo>
                  <a:cubicBezTo>
                    <a:pt x="554777" y="1067233"/>
                    <a:pt x="544034" y="1160175"/>
                    <a:pt x="510988" y="1246094"/>
                  </a:cubicBezTo>
                  <a:cubicBezTo>
                    <a:pt x="496047" y="1284941"/>
                    <a:pt x="483982" y="1325020"/>
                    <a:pt x="466165" y="1362635"/>
                  </a:cubicBezTo>
                  <a:cubicBezTo>
                    <a:pt x="456940" y="1382109"/>
                    <a:pt x="440522" y="1397451"/>
                    <a:pt x="430306" y="1416424"/>
                  </a:cubicBezTo>
                  <a:cubicBezTo>
                    <a:pt x="368871" y="1530518"/>
                    <a:pt x="440332" y="1433027"/>
                    <a:pt x="367553" y="1524000"/>
                  </a:cubicBezTo>
                  <a:cubicBezTo>
                    <a:pt x="334833" y="1622160"/>
                    <a:pt x="358075" y="1560886"/>
                    <a:pt x="286871" y="1703294"/>
                  </a:cubicBezTo>
                  <a:cubicBezTo>
                    <a:pt x="271930" y="1733176"/>
                    <a:pt x="257549" y="1763346"/>
                    <a:pt x="242047" y="1792941"/>
                  </a:cubicBezTo>
                  <a:cubicBezTo>
                    <a:pt x="224673" y="1826109"/>
                    <a:pt x="203008" y="1857138"/>
                    <a:pt x="188259" y="1891553"/>
                  </a:cubicBezTo>
                  <a:cubicBezTo>
                    <a:pt x="108537" y="2077573"/>
                    <a:pt x="206251" y="1844775"/>
                    <a:pt x="143435" y="2008094"/>
                  </a:cubicBezTo>
                  <a:cubicBezTo>
                    <a:pt x="124105" y="2058351"/>
                    <a:pt x="113100" y="2077728"/>
                    <a:pt x="89647" y="2124635"/>
                  </a:cubicBezTo>
                  <a:cubicBezTo>
                    <a:pt x="87171" y="2134541"/>
                    <a:pt x="77488" y="2207447"/>
                    <a:pt x="53788" y="2223247"/>
                  </a:cubicBezTo>
                  <a:cubicBezTo>
                    <a:pt x="38166" y="2233662"/>
                    <a:pt x="17621" y="2232212"/>
                    <a:pt x="0" y="2232212"/>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4" name="Freeform: Shape 13">
              <a:extLst>
                <a:ext uri="{FF2B5EF4-FFF2-40B4-BE49-F238E27FC236}">
                  <a16:creationId xmlns:a16="http://schemas.microsoft.com/office/drawing/2014/main" id="{74A2521E-B702-4D19-7778-091FB3EF036A}"/>
                </a:ext>
              </a:extLst>
            </p:cNvPr>
            <p:cNvSpPr/>
            <p:nvPr/>
          </p:nvSpPr>
          <p:spPr>
            <a:xfrm>
              <a:off x="9558882" y="968188"/>
              <a:ext cx="2597259" cy="3477152"/>
            </a:xfrm>
            <a:custGeom>
              <a:avLst/>
              <a:gdLst>
                <a:gd name="connsiteX0" fmla="*/ 542570 w 2577558"/>
                <a:gd name="connsiteY0" fmla="*/ 0 h 3478318"/>
                <a:gd name="connsiteX1" fmla="*/ 596358 w 2577558"/>
                <a:gd name="connsiteY1" fmla="*/ 8965 h 3478318"/>
                <a:gd name="connsiteX2" fmla="*/ 1044593 w 2577558"/>
                <a:gd name="connsiteY2" fmla="*/ 116541 h 3478318"/>
                <a:gd name="connsiteX3" fmla="*/ 1313535 w 2577558"/>
                <a:gd name="connsiteY3" fmla="*/ 295836 h 3478318"/>
                <a:gd name="connsiteX4" fmla="*/ 1456970 w 2577558"/>
                <a:gd name="connsiteY4" fmla="*/ 376518 h 3478318"/>
                <a:gd name="connsiteX5" fmla="*/ 1725911 w 2577558"/>
                <a:gd name="connsiteY5" fmla="*/ 591671 h 3478318"/>
                <a:gd name="connsiteX6" fmla="*/ 1824523 w 2577558"/>
                <a:gd name="connsiteY6" fmla="*/ 654424 h 3478318"/>
                <a:gd name="connsiteX7" fmla="*/ 1985888 w 2577558"/>
                <a:gd name="connsiteY7" fmla="*/ 806824 h 3478318"/>
                <a:gd name="connsiteX8" fmla="*/ 2183111 w 2577558"/>
                <a:gd name="connsiteY8" fmla="*/ 977153 h 3478318"/>
                <a:gd name="connsiteX9" fmla="*/ 2308617 w 2577558"/>
                <a:gd name="connsiteY9" fmla="*/ 1165412 h 3478318"/>
                <a:gd name="connsiteX10" fmla="*/ 2353441 w 2577558"/>
                <a:gd name="connsiteY10" fmla="*/ 1246094 h 3478318"/>
                <a:gd name="connsiteX11" fmla="*/ 2380335 w 2577558"/>
                <a:gd name="connsiteY11" fmla="*/ 1326777 h 3478318"/>
                <a:gd name="connsiteX12" fmla="*/ 2416193 w 2577558"/>
                <a:gd name="connsiteY12" fmla="*/ 1398494 h 3478318"/>
                <a:gd name="connsiteX13" fmla="*/ 2434123 w 2577558"/>
                <a:gd name="connsiteY13" fmla="*/ 1461247 h 3478318"/>
                <a:gd name="connsiteX14" fmla="*/ 2461017 w 2577558"/>
                <a:gd name="connsiteY14" fmla="*/ 1532965 h 3478318"/>
                <a:gd name="connsiteX15" fmla="*/ 2496876 w 2577558"/>
                <a:gd name="connsiteY15" fmla="*/ 1667436 h 3478318"/>
                <a:gd name="connsiteX16" fmla="*/ 2505841 w 2577558"/>
                <a:gd name="connsiteY16" fmla="*/ 1730188 h 3478318"/>
                <a:gd name="connsiteX17" fmla="*/ 2523770 w 2577558"/>
                <a:gd name="connsiteY17" fmla="*/ 1801906 h 3478318"/>
                <a:gd name="connsiteX18" fmla="*/ 2532735 w 2577558"/>
                <a:gd name="connsiteY18" fmla="*/ 1864659 h 3478318"/>
                <a:gd name="connsiteX19" fmla="*/ 2550664 w 2577558"/>
                <a:gd name="connsiteY19" fmla="*/ 1972236 h 3478318"/>
                <a:gd name="connsiteX20" fmla="*/ 2568593 w 2577558"/>
                <a:gd name="connsiteY20" fmla="*/ 2097741 h 3478318"/>
                <a:gd name="connsiteX21" fmla="*/ 2577558 w 2577558"/>
                <a:gd name="connsiteY21" fmla="*/ 2169459 h 3478318"/>
                <a:gd name="connsiteX22" fmla="*/ 2559629 w 2577558"/>
                <a:gd name="connsiteY22" fmla="*/ 2537012 h 3478318"/>
                <a:gd name="connsiteX23" fmla="*/ 2550664 w 2577558"/>
                <a:gd name="connsiteY23" fmla="*/ 2581836 h 3478318"/>
                <a:gd name="connsiteX24" fmla="*/ 2523770 w 2577558"/>
                <a:gd name="connsiteY24" fmla="*/ 2644588 h 3478318"/>
                <a:gd name="connsiteX25" fmla="*/ 2487911 w 2577558"/>
                <a:gd name="connsiteY25" fmla="*/ 2707341 h 3478318"/>
                <a:gd name="connsiteX26" fmla="*/ 2478946 w 2577558"/>
                <a:gd name="connsiteY26" fmla="*/ 2743200 h 3478318"/>
                <a:gd name="connsiteX27" fmla="*/ 2461017 w 2577558"/>
                <a:gd name="connsiteY27" fmla="*/ 2761130 h 3478318"/>
                <a:gd name="connsiteX28" fmla="*/ 2371370 w 2577558"/>
                <a:gd name="connsiteY28" fmla="*/ 2859741 h 3478318"/>
                <a:gd name="connsiteX29" fmla="*/ 2290688 w 2577558"/>
                <a:gd name="connsiteY29" fmla="*/ 2913530 h 3478318"/>
                <a:gd name="connsiteX30" fmla="*/ 2192076 w 2577558"/>
                <a:gd name="connsiteY30" fmla="*/ 2967318 h 3478318"/>
                <a:gd name="connsiteX31" fmla="*/ 1833488 w 2577558"/>
                <a:gd name="connsiteY31" fmla="*/ 3074894 h 3478318"/>
                <a:gd name="connsiteX32" fmla="*/ 1295605 w 2577558"/>
                <a:gd name="connsiteY32" fmla="*/ 3155577 h 3478318"/>
                <a:gd name="connsiteX33" fmla="*/ 1017699 w 2577558"/>
                <a:gd name="connsiteY33" fmla="*/ 3200400 h 3478318"/>
                <a:gd name="connsiteX34" fmla="*/ 766688 w 2577558"/>
                <a:gd name="connsiteY34" fmla="*/ 3236259 h 3478318"/>
                <a:gd name="connsiteX35" fmla="*/ 694970 w 2577558"/>
                <a:gd name="connsiteY35" fmla="*/ 3254188 h 3478318"/>
                <a:gd name="connsiteX36" fmla="*/ 578429 w 2577558"/>
                <a:gd name="connsiteY36" fmla="*/ 3290047 h 3478318"/>
                <a:gd name="connsiteX37" fmla="*/ 470852 w 2577558"/>
                <a:gd name="connsiteY37" fmla="*/ 3316941 h 3478318"/>
                <a:gd name="connsiteX38" fmla="*/ 354311 w 2577558"/>
                <a:gd name="connsiteY38" fmla="*/ 3361765 h 3478318"/>
                <a:gd name="connsiteX39" fmla="*/ 273629 w 2577558"/>
                <a:gd name="connsiteY39" fmla="*/ 3388659 h 3478318"/>
                <a:gd name="connsiteX40" fmla="*/ 201911 w 2577558"/>
                <a:gd name="connsiteY40" fmla="*/ 3424518 h 3478318"/>
                <a:gd name="connsiteX41" fmla="*/ 175017 w 2577558"/>
                <a:gd name="connsiteY41" fmla="*/ 3433483 h 3478318"/>
                <a:gd name="connsiteX42" fmla="*/ 40546 w 2577558"/>
                <a:gd name="connsiteY42" fmla="*/ 3469341 h 3478318"/>
                <a:gd name="connsiteX43" fmla="*/ 13652 w 2577558"/>
                <a:gd name="connsiteY43" fmla="*/ 3478306 h 3478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577558" h="3478318">
                  <a:moveTo>
                    <a:pt x="542570" y="0"/>
                  </a:moveTo>
                  <a:cubicBezTo>
                    <a:pt x="560499" y="2988"/>
                    <a:pt x="578577" y="5193"/>
                    <a:pt x="596358" y="8965"/>
                  </a:cubicBezTo>
                  <a:cubicBezTo>
                    <a:pt x="843229" y="61332"/>
                    <a:pt x="813874" y="56354"/>
                    <a:pt x="1044593" y="116541"/>
                  </a:cubicBezTo>
                  <a:cubicBezTo>
                    <a:pt x="1135458" y="184692"/>
                    <a:pt x="1187577" y="224985"/>
                    <a:pt x="1313535" y="295836"/>
                  </a:cubicBezTo>
                  <a:cubicBezTo>
                    <a:pt x="1361347" y="322730"/>
                    <a:pt x="1412397" y="344542"/>
                    <a:pt x="1456970" y="376518"/>
                  </a:cubicBezTo>
                  <a:cubicBezTo>
                    <a:pt x="1550253" y="443438"/>
                    <a:pt x="1629055" y="530035"/>
                    <a:pt x="1725911" y="591671"/>
                  </a:cubicBezTo>
                  <a:cubicBezTo>
                    <a:pt x="1758782" y="612589"/>
                    <a:pt x="1793693" y="630601"/>
                    <a:pt x="1824523" y="654424"/>
                  </a:cubicBezTo>
                  <a:cubicBezTo>
                    <a:pt x="1930459" y="736284"/>
                    <a:pt x="1901422" y="731096"/>
                    <a:pt x="1985888" y="806824"/>
                  </a:cubicBezTo>
                  <a:cubicBezTo>
                    <a:pt x="2050565" y="864810"/>
                    <a:pt x="2130993" y="907661"/>
                    <a:pt x="2183111" y="977153"/>
                  </a:cubicBezTo>
                  <a:cubicBezTo>
                    <a:pt x="2231934" y="1042251"/>
                    <a:pt x="2260103" y="1078089"/>
                    <a:pt x="2308617" y="1165412"/>
                  </a:cubicBezTo>
                  <a:cubicBezTo>
                    <a:pt x="2323558" y="1192306"/>
                    <a:pt x="2340946" y="1217980"/>
                    <a:pt x="2353441" y="1246094"/>
                  </a:cubicBezTo>
                  <a:cubicBezTo>
                    <a:pt x="2364955" y="1272000"/>
                    <a:pt x="2369541" y="1300563"/>
                    <a:pt x="2380335" y="1326777"/>
                  </a:cubicBezTo>
                  <a:cubicBezTo>
                    <a:pt x="2390511" y="1351491"/>
                    <a:pt x="2406267" y="1373678"/>
                    <a:pt x="2416193" y="1398494"/>
                  </a:cubicBezTo>
                  <a:cubicBezTo>
                    <a:pt x="2424273" y="1418693"/>
                    <a:pt x="2427243" y="1440609"/>
                    <a:pt x="2434123" y="1461247"/>
                  </a:cubicBezTo>
                  <a:cubicBezTo>
                    <a:pt x="2442197" y="1485468"/>
                    <a:pt x="2452943" y="1508744"/>
                    <a:pt x="2461017" y="1532965"/>
                  </a:cubicBezTo>
                  <a:cubicBezTo>
                    <a:pt x="2469296" y="1557801"/>
                    <a:pt x="2492269" y="1644400"/>
                    <a:pt x="2496876" y="1667436"/>
                  </a:cubicBezTo>
                  <a:cubicBezTo>
                    <a:pt x="2501020" y="1688155"/>
                    <a:pt x="2501697" y="1709469"/>
                    <a:pt x="2505841" y="1730188"/>
                  </a:cubicBezTo>
                  <a:cubicBezTo>
                    <a:pt x="2510674" y="1754351"/>
                    <a:pt x="2518937" y="1777743"/>
                    <a:pt x="2523770" y="1801906"/>
                  </a:cubicBezTo>
                  <a:cubicBezTo>
                    <a:pt x="2527914" y="1822626"/>
                    <a:pt x="2529440" y="1843788"/>
                    <a:pt x="2532735" y="1864659"/>
                  </a:cubicBezTo>
                  <a:cubicBezTo>
                    <a:pt x="2538405" y="1900568"/>
                    <a:pt x="2546155" y="1936163"/>
                    <a:pt x="2550664" y="1972236"/>
                  </a:cubicBezTo>
                  <a:cubicBezTo>
                    <a:pt x="2579018" y="2199056"/>
                    <a:pt x="2542741" y="1916775"/>
                    <a:pt x="2568593" y="2097741"/>
                  </a:cubicBezTo>
                  <a:cubicBezTo>
                    <a:pt x="2572000" y="2121591"/>
                    <a:pt x="2574570" y="2145553"/>
                    <a:pt x="2577558" y="2169459"/>
                  </a:cubicBezTo>
                  <a:cubicBezTo>
                    <a:pt x="2571582" y="2291977"/>
                    <a:pt x="2567612" y="2414609"/>
                    <a:pt x="2559629" y="2537012"/>
                  </a:cubicBezTo>
                  <a:cubicBezTo>
                    <a:pt x="2558637" y="2552217"/>
                    <a:pt x="2555482" y="2567381"/>
                    <a:pt x="2550664" y="2581836"/>
                  </a:cubicBezTo>
                  <a:cubicBezTo>
                    <a:pt x="2543467" y="2603426"/>
                    <a:pt x="2533947" y="2624233"/>
                    <a:pt x="2523770" y="2644588"/>
                  </a:cubicBezTo>
                  <a:cubicBezTo>
                    <a:pt x="2512996" y="2666136"/>
                    <a:pt x="2499864" y="2686423"/>
                    <a:pt x="2487911" y="2707341"/>
                  </a:cubicBezTo>
                  <a:cubicBezTo>
                    <a:pt x="2484923" y="2719294"/>
                    <a:pt x="2484456" y="2732180"/>
                    <a:pt x="2478946" y="2743200"/>
                  </a:cubicBezTo>
                  <a:cubicBezTo>
                    <a:pt x="2475166" y="2750760"/>
                    <a:pt x="2466583" y="2754769"/>
                    <a:pt x="2461017" y="2761130"/>
                  </a:cubicBezTo>
                  <a:cubicBezTo>
                    <a:pt x="2433975" y="2792035"/>
                    <a:pt x="2404351" y="2833827"/>
                    <a:pt x="2371370" y="2859741"/>
                  </a:cubicBezTo>
                  <a:cubicBezTo>
                    <a:pt x="2345954" y="2879711"/>
                    <a:pt x="2318404" y="2896900"/>
                    <a:pt x="2290688" y="2913530"/>
                  </a:cubicBezTo>
                  <a:cubicBezTo>
                    <a:pt x="2258581" y="2932794"/>
                    <a:pt x="2226903" y="2953570"/>
                    <a:pt x="2192076" y="2967318"/>
                  </a:cubicBezTo>
                  <a:cubicBezTo>
                    <a:pt x="2085236" y="3009491"/>
                    <a:pt x="1951785" y="3052839"/>
                    <a:pt x="1833488" y="3074894"/>
                  </a:cubicBezTo>
                  <a:cubicBezTo>
                    <a:pt x="1429208" y="3150268"/>
                    <a:pt x="1545423" y="3137732"/>
                    <a:pt x="1295605" y="3155577"/>
                  </a:cubicBezTo>
                  <a:lnTo>
                    <a:pt x="1017699" y="3200400"/>
                  </a:lnTo>
                  <a:cubicBezTo>
                    <a:pt x="934146" y="3213145"/>
                    <a:pt x="848684" y="3215760"/>
                    <a:pt x="766688" y="3236259"/>
                  </a:cubicBezTo>
                  <a:cubicBezTo>
                    <a:pt x="742782" y="3242235"/>
                    <a:pt x="718664" y="3247418"/>
                    <a:pt x="694970" y="3254188"/>
                  </a:cubicBezTo>
                  <a:cubicBezTo>
                    <a:pt x="655889" y="3265354"/>
                    <a:pt x="617735" y="3279703"/>
                    <a:pt x="578429" y="3290047"/>
                  </a:cubicBezTo>
                  <a:cubicBezTo>
                    <a:pt x="462384" y="3320586"/>
                    <a:pt x="587234" y="3274064"/>
                    <a:pt x="470852" y="3316941"/>
                  </a:cubicBezTo>
                  <a:cubicBezTo>
                    <a:pt x="431797" y="3331330"/>
                    <a:pt x="393426" y="3347541"/>
                    <a:pt x="354311" y="3361765"/>
                  </a:cubicBezTo>
                  <a:cubicBezTo>
                    <a:pt x="327669" y="3371453"/>
                    <a:pt x="299842" y="3377865"/>
                    <a:pt x="273629" y="3388659"/>
                  </a:cubicBezTo>
                  <a:cubicBezTo>
                    <a:pt x="248914" y="3398836"/>
                    <a:pt x="226243" y="3413458"/>
                    <a:pt x="201911" y="3424518"/>
                  </a:cubicBezTo>
                  <a:cubicBezTo>
                    <a:pt x="193308" y="3428428"/>
                    <a:pt x="183898" y="3430254"/>
                    <a:pt x="175017" y="3433483"/>
                  </a:cubicBezTo>
                  <a:cubicBezTo>
                    <a:pt x="55001" y="3477125"/>
                    <a:pt x="152172" y="3449046"/>
                    <a:pt x="40546" y="3469341"/>
                  </a:cubicBezTo>
                  <a:cubicBezTo>
                    <a:pt x="-12748" y="3479031"/>
                    <a:pt x="-4107" y="3478306"/>
                    <a:pt x="13652" y="3478306"/>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5" name="Freeform: Shape 14">
              <a:extLst>
                <a:ext uri="{FF2B5EF4-FFF2-40B4-BE49-F238E27FC236}">
                  <a16:creationId xmlns:a16="http://schemas.microsoft.com/office/drawing/2014/main" id="{B9730A06-9E61-D88C-9FB8-57D18C86E92D}"/>
                </a:ext>
              </a:extLst>
            </p:cNvPr>
            <p:cNvSpPr/>
            <p:nvPr/>
          </p:nvSpPr>
          <p:spPr>
            <a:xfrm>
              <a:off x="8570259" y="3738282"/>
              <a:ext cx="833717" cy="546847"/>
            </a:xfrm>
            <a:custGeom>
              <a:avLst/>
              <a:gdLst>
                <a:gd name="connsiteX0" fmla="*/ 833717 w 833717"/>
                <a:gd name="connsiteY0" fmla="*/ 0 h 546847"/>
                <a:gd name="connsiteX1" fmla="*/ 815788 w 833717"/>
                <a:gd name="connsiteY1" fmla="*/ 53789 h 546847"/>
                <a:gd name="connsiteX2" fmla="*/ 726141 w 833717"/>
                <a:gd name="connsiteY2" fmla="*/ 152400 h 546847"/>
                <a:gd name="connsiteX3" fmla="*/ 645459 w 833717"/>
                <a:gd name="connsiteY3" fmla="*/ 197224 h 546847"/>
                <a:gd name="connsiteX4" fmla="*/ 466165 w 833717"/>
                <a:gd name="connsiteY4" fmla="*/ 268942 h 546847"/>
                <a:gd name="connsiteX5" fmla="*/ 430306 w 833717"/>
                <a:gd name="connsiteY5" fmla="*/ 277906 h 546847"/>
                <a:gd name="connsiteX6" fmla="*/ 349623 w 833717"/>
                <a:gd name="connsiteY6" fmla="*/ 322730 h 546847"/>
                <a:gd name="connsiteX7" fmla="*/ 224117 w 833717"/>
                <a:gd name="connsiteY7" fmla="*/ 385483 h 546847"/>
                <a:gd name="connsiteX8" fmla="*/ 188259 w 833717"/>
                <a:gd name="connsiteY8" fmla="*/ 412377 h 546847"/>
                <a:gd name="connsiteX9" fmla="*/ 134470 w 833717"/>
                <a:gd name="connsiteY9" fmla="*/ 448236 h 546847"/>
                <a:gd name="connsiteX10" fmla="*/ 98612 w 833717"/>
                <a:gd name="connsiteY10" fmla="*/ 475130 h 546847"/>
                <a:gd name="connsiteX11" fmla="*/ 53788 w 833717"/>
                <a:gd name="connsiteY11" fmla="*/ 502024 h 546847"/>
                <a:gd name="connsiteX12" fmla="*/ 0 w 833717"/>
                <a:gd name="connsiteY12" fmla="*/ 546847 h 54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3717" h="546847">
                  <a:moveTo>
                    <a:pt x="833717" y="0"/>
                  </a:moveTo>
                  <a:cubicBezTo>
                    <a:pt x="827741" y="17930"/>
                    <a:pt x="826687" y="38349"/>
                    <a:pt x="815788" y="53789"/>
                  </a:cubicBezTo>
                  <a:cubicBezTo>
                    <a:pt x="790170" y="90081"/>
                    <a:pt x="760121" y="123785"/>
                    <a:pt x="726141" y="152400"/>
                  </a:cubicBezTo>
                  <a:cubicBezTo>
                    <a:pt x="702608" y="172217"/>
                    <a:pt x="672547" y="182638"/>
                    <a:pt x="645459" y="197224"/>
                  </a:cubicBezTo>
                  <a:cubicBezTo>
                    <a:pt x="585988" y="229247"/>
                    <a:pt x="537819" y="243863"/>
                    <a:pt x="466165" y="268942"/>
                  </a:cubicBezTo>
                  <a:cubicBezTo>
                    <a:pt x="454536" y="273012"/>
                    <a:pt x="442259" y="274918"/>
                    <a:pt x="430306" y="277906"/>
                  </a:cubicBezTo>
                  <a:cubicBezTo>
                    <a:pt x="403412" y="292847"/>
                    <a:pt x="377461" y="309630"/>
                    <a:pt x="349623" y="322730"/>
                  </a:cubicBezTo>
                  <a:cubicBezTo>
                    <a:pt x="232360" y="377913"/>
                    <a:pt x="320562" y="317972"/>
                    <a:pt x="224117" y="385483"/>
                  </a:cubicBezTo>
                  <a:cubicBezTo>
                    <a:pt x="211877" y="394051"/>
                    <a:pt x="200499" y="403809"/>
                    <a:pt x="188259" y="412377"/>
                  </a:cubicBezTo>
                  <a:cubicBezTo>
                    <a:pt x="170606" y="424734"/>
                    <a:pt x="151709" y="435307"/>
                    <a:pt x="134470" y="448236"/>
                  </a:cubicBezTo>
                  <a:cubicBezTo>
                    <a:pt x="122517" y="457201"/>
                    <a:pt x="111044" y="466842"/>
                    <a:pt x="98612" y="475130"/>
                  </a:cubicBezTo>
                  <a:cubicBezTo>
                    <a:pt x="84114" y="484795"/>
                    <a:pt x="67542" y="491327"/>
                    <a:pt x="53788" y="502024"/>
                  </a:cubicBezTo>
                  <a:cubicBezTo>
                    <a:pt x="-19261" y="558839"/>
                    <a:pt x="45881" y="523908"/>
                    <a:pt x="0" y="546847"/>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6" name="Freeform: Shape 15">
              <a:extLst>
                <a:ext uri="{FF2B5EF4-FFF2-40B4-BE49-F238E27FC236}">
                  <a16:creationId xmlns:a16="http://schemas.microsoft.com/office/drawing/2014/main" id="{1EA84823-664A-2A21-265C-58D22314E5A3}"/>
                </a:ext>
              </a:extLst>
            </p:cNvPr>
            <p:cNvSpPr/>
            <p:nvPr/>
          </p:nvSpPr>
          <p:spPr>
            <a:xfrm>
              <a:off x="8848165" y="2895599"/>
              <a:ext cx="1867665" cy="1407527"/>
            </a:xfrm>
            <a:custGeom>
              <a:avLst/>
              <a:gdLst>
                <a:gd name="connsiteX0" fmla="*/ 1891553 w 1891553"/>
                <a:gd name="connsiteY0" fmla="*/ 0 h 1416492"/>
                <a:gd name="connsiteX1" fmla="*/ 1837764 w 1891553"/>
                <a:gd name="connsiteY1" fmla="*/ 134471 h 1416492"/>
                <a:gd name="connsiteX2" fmla="*/ 1819835 w 1891553"/>
                <a:gd name="connsiteY2" fmla="*/ 179294 h 1416492"/>
                <a:gd name="connsiteX3" fmla="*/ 1792941 w 1891553"/>
                <a:gd name="connsiteY3" fmla="*/ 304800 h 1416492"/>
                <a:gd name="connsiteX4" fmla="*/ 1766047 w 1891553"/>
                <a:gd name="connsiteY4" fmla="*/ 394447 h 1416492"/>
                <a:gd name="connsiteX5" fmla="*/ 1757082 w 1891553"/>
                <a:gd name="connsiteY5" fmla="*/ 457200 h 1416492"/>
                <a:gd name="connsiteX6" fmla="*/ 1703294 w 1891553"/>
                <a:gd name="connsiteY6" fmla="*/ 591671 h 1416492"/>
                <a:gd name="connsiteX7" fmla="*/ 1694329 w 1891553"/>
                <a:gd name="connsiteY7" fmla="*/ 618565 h 1416492"/>
                <a:gd name="connsiteX8" fmla="*/ 1658470 w 1891553"/>
                <a:gd name="connsiteY8" fmla="*/ 681318 h 1416492"/>
                <a:gd name="connsiteX9" fmla="*/ 1649506 w 1891553"/>
                <a:gd name="connsiteY9" fmla="*/ 735106 h 1416492"/>
                <a:gd name="connsiteX10" fmla="*/ 1577788 w 1891553"/>
                <a:gd name="connsiteY10" fmla="*/ 860612 h 1416492"/>
                <a:gd name="connsiteX11" fmla="*/ 1559859 w 1891553"/>
                <a:gd name="connsiteY11" fmla="*/ 914400 h 1416492"/>
                <a:gd name="connsiteX12" fmla="*/ 1550894 w 1891553"/>
                <a:gd name="connsiteY12" fmla="*/ 950259 h 1416492"/>
                <a:gd name="connsiteX13" fmla="*/ 1524000 w 1891553"/>
                <a:gd name="connsiteY13" fmla="*/ 977153 h 1416492"/>
                <a:gd name="connsiteX14" fmla="*/ 1497106 w 1891553"/>
                <a:gd name="connsiteY14" fmla="*/ 1039906 h 1416492"/>
                <a:gd name="connsiteX15" fmla="*/ 1452282 w 1891553"/>
                <a:gd name="connsiteY15" fmla="*/ 1084730 h 1416492"/>
                <a:gd name="connsiteX16" fmla="*/ 1281953 w 1891553"/>
                <a:gd name="connsiteY16" fmla="*/ 1183341 h 1416492"/>
                <a:gd name="connsiteX17" fmla="*/ 1021976 w 1891553"/>
                <a:gd name="connsiteY17" fmla="*/ 1246094 h 1416492"/>
                <a:gd name="connsiteX18" fmla="*/ 860611 w 1891553"/>
                <a:gd name="connsiteY18" fmla="*/ 1264024 h 1416492"/>
                <a:gd name="connsiteX19" fmla="*/ 726141 w 1891553"/>
                <a:gd name="connsiteY19" fmla="*/ 1272989 h 1416492"/>
                <a:gd name="connsiteX20" fmla="*/ 484094 w 1891553"/>
                <a:gd name="connsiteY20" fmla="*/ 1299883 h 1416492"/>
                <a:gd name="connsiteX21" fmla="*/ 421341 w 1891553"/>
                <a:gd name="connsiteY21" fmla="*/ 1317812 h 1416492"/>
                <a:gd name="connsiteX22" fmla="*/ 277906 w 1891553"/>
                <a:gd name="connsiteY22" fmla="*/ 1344706 h 1416492"/>
                <a:gd name="connsiteX23" fmla="*/ 53788 w 1891553"/>
                <a:gd name="connsiteY23" fmla="*/ 1407459 h 1416492"/>
                <a:gd name="connsiteX24" fmla="*/ 0 w 1891553"/>
                <a:gd name="connsiteY24" fmla="*/ 1416424 h 141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91553" h="1416492">
                  <a:moveTo>
                    <a:pt x="1891553" y="0"/>
                  </a:moveTo>
                  <a:cubicBezTo>
                    <a:pt x="1844154" y="78999"/>
                    <a:pt x="1877640" y="14844"/>
                    <a:pt x="1837764" y="134471"/>
                  </a:cubicBezTo>
                  <a:cubicBezTo>
                    <a:pt x="1832675" y="149737"/>
                    <a:pt x="1824924" y="164028"/>
                    <a:pt x="1819835" y="179294"/>
                  </a:cubicBezTo>
                  <a:cubicBezTo>
                    <a:pt x="1811607" y="203979"/>
                    <a:pt x="1793183" y="303831"/>
                    <a:pt x="1792941" y="304800"/>
                  </a:cubicBezTo>
                  <a:cubicBezTo>
                    <a:pt x="1779392" y="358994"/>
                    <a:pt x="1787872" y="328970"/>
                    <a:pt x="1766047" y="394447"/>
                  </a:cubicBezTo>
                  <a:cubicBezTo>
                    <a:pt x="1763059" y="415365"/>
                    <a:pt x="1763489" y="437065"/>
                    <a:pt x="1757082" y="457200"/>
                  </a:cubicBezTo>
                  <a:cubicBezTo>
                    <a:pt x="1742444" y="503204"/>
                    <a:pt x="1718561" y="545872"/>
                    <a:pt x="1703294" y="591671"/>
                  </a:cubicBezTo>
                  <a:cubicBezTo>
                    <a:pt x="1700306" y="600636"/>
                    <a:pt x="1698555" y="610113"/>
                    <a:pt x="1694329" y="618565"/>
                  </a:cubicBezTo>
                  <a:cubicBezTo>
                    <a:pt x="1683555" y="640113"/>
                    <a:pt x="1670423" y="660400"/>
                    <a:pt x="1658470" y="681318"/>
                  </a:cubicBezTo>
                  <a:cubicBezTo>
                    <a:pt x="1655482" y="699247"/>
                    <a:pt x="1655619" y="717988"/>
                    <a:pt x="1649506" y="735106"/>
                  </a:cubicBezTo>
                  <a:cubicBezTo>
                    <a:pt x="1632008" y="784102"/>
                    <a:pt x="1605901" y="818443"/>
                    <a:pt x="1577788" y="860612"/>
                  </a:cubicBezTo>
                  <a:cubicBezTo>
                    <a:pt x="1571812" y="878541"/>
                    <a:pt x="1565290" y="896298"/>
                    <a:pt x="1559859" y="914400"/>
                  </a:cubicBezTo>
                  <a:cubicBezTo>
                    <a:pt x="1556319" y="926201"/>
                    <a:pt x="1557007" y="939561"/>
                    <a:pt x="1550894" y="950259"/>
                  </a:cubicBezTo>
                  <a:cubicBezTo>
                    <a:pt x="1544604" y="961267"/>
                    <a:pt x="1532965" y="968188"/>
                    <a:pt x="1524000" y="977153"/>
                  </a:cubicBezTo>
                  <a:cubicBezTo>
                    <a:pt x="1515035" y="998071"/>
                    <a:pt x="1509730" y="1020970"/>
                    <a:pt x="1497106" y="1039906"/>
                  </a:cubicBezTo>
                  <a:cubicBezTo>
                    <a:pt x="1485385" y="1057487"/>
                    <a:pt x="1468515" y="1071203"/>
                    <a:pt x="1452282" y="1084730"/>
                  </a:cubicBezTo>
                  <a:cubicBezTo>
                    <a:pt x="1400901" y="1127547"/>
                    <a:pt x="1343904" y="1157528"/>
                    <a:pt x="1281953" y="1183341"/>
                  </a:cubicBezTo>
                  <a:cubicBezTo>
                    <a:pt x="1198131" y="1218267"/>
                    <a:pt x="1111500" y="1235351"/>
                    <a:pt x="1021976" y="1246094"/>
                  </a:cubicBezTo>
                  <a:cubicBezTo>
                    <a:pt x="968242" y="1252542"/>
                    <a:pt x="914508" y="1259124"/>
                    <a:pt x="860611" y="1264024"/>
                  </a:cubicBezTo>
                  <a:cubicBezTo>
                    <a:pt x="815873" y="1268091"/>
                    <a:pt x="770861" y="1268730"/>
                    <a:pt x="726141" y="1272989"/>
                  </a:cubicBezTo>
                  <a:cubicBezTo>
                    <a:pt x="645328" y="1280686"/>
                    <a:pt x="564776" y="1290918"/>
                    <a:pt x="484094" y="1299883"/>
                  </a:cubicBezTo>
                  <a:cubicBezTo>
                    <a:pt x="463176" y="1305859"/>
                    <a:pt x="442599" y="1313191"/>
                    <a:pt x="421341" y="1317812"/>
                  </a:cubicBezTo>
                  <a:cubicBezTo>
                    <a:pt x="373806" y="1328146"/>
                    <a:pt x="325165" y="1333179"/>
                    <a:pt x="277906" y="1344706"/>
                  </a:cubicBezTo>
                  <a:cubicBezTo>
                    <a:pt x="202536" y="1363089"/>
                    <a:pt x="128574" y="1386828"/>
                    <a:pt x="53788" y="1407459"/>
                  </a:cubicBezTo>
                  <a:cubicBezTo>
                    <a:pt x="16036" y="1417874"/>
                    <a:pt x="28356" y="1416424"/>
                    <a:pt x="0" y="1416424"/>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grpSp>
    </p:spTree>
    <p:extLst>
      <p:ext uri="{BB962C8B-B14F-4D97-AF65-F5344CB8AC3E}">
        <p14:creationId xmlns:p14="http://schemas.microsoft.com/office/powerpoint/2010/main" val="2025898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22912-999E-117C-C87E-48042598182C}"/>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FA213E1E-4798-2E8E-A6BC-28F20FAF1BC5}"/>
              </a:ext>
            </a:extLst>
          </p:cNvPr>
          <p:cNvGrpSpPr/>
          <p:nvPr/>
        </p:nvGrpSpPr>
        <p:grpSpPr>
          <a:xfrm>
            <a:off x="509047" y="509723"/>
            <a:ext cx="10282778" cy="4806628"/>
            <a:chOff x="509047" y="509723"/>
            <a:chExt cx="10282778" cy="4806628"/>
          </a:xfrm>
        </p:grpSpPr>
        <p:grpSp>
          <p:nvGrpSpPr>
            <p:cNvPr id="42" name="Group 41">
              <a:extLst>
                <a:ext uri="{FF2B5EF4-FFF2-40B4-BE49-F238E27FC236}">
                  <a16:creationId xmlns:a16="http://schemas.microsoft.com/office/drawing/2014/main" id="{5D006369-7A12-17DE-EBC7-9E413FF448DA}"/>
                </a:ext>
              </a:extLst>
            </p:cNvPr>
            <p:cNvGrpSpPr/>
            <p:nvPr/>
          </p:nvGrpSpPr>
          <p:grpSpPr>
            <a:xfrm>
              <a:off x="509047" y="509723"/>
              <a:ext cx="10282778" cy="4806628"/>
              <a:chOff x="509047" y="509723"/>
              <a:chExt cx="10282778" cy="4806628"/>
            </a:xfrm>
          </p:grpSpPr>
          <p:grpSp>
            <p:nvGrpSpPr>
              <p:cNvPr id="5" name="Group 4">
                <a:extLst>
                  <a:ext uri="{FF2B5EF4-FFF2-40B4-BE49-F238E27FC236}">
                    <a16:creationId xmlns:a16="http://schemas.microsoft.com/office/drawing/2014/main" id="{18851893-734F-63FE-F9A1-DAC93D5152A5}"/>
                  </a:ext>
                </a:extLst>
              </p:cNvPr>
              <p:cNvGrpSpPr/>
              <p:nvPr/>
            </p:nvGrpSpPr>
            <p:grpSpPr>
              <a:xfrm>
                <a:off x="848728" y="509723"/>
                <a:ext cx="9943097" cy="4806628"/>
                <a:chOff x="1153528" y="671647"/>
                <a:chExt cx="10001879" cy="5474511"/>
              </a:xfrm>
            </p:grpSpPr>
            <p:pic>
              <p:nvPicPr>
                <p:cNvPr id="3" name="Picture 2" descr="A diagram of a computer&#10;&#10;AI-generated content may be incorrect.">
                  <a:extLst>
                    <a:ext uri="{FF2B5EF4-FFF2-40B4-BE49-F238E27FC236}">
                      <a16:creationId xmlns:a16="http://schemas.microsoft.com/office/drawing/2014/main" id="{AD262A06-EC24-E169-EED1-189F0D042013}"/>
                    </a:ext>
                  </a:extLst>
                </p:cNvPr>
                <p:cNvPicPr>
                  <a:picLocks noChangeAspect="1"/>
                </p:cNvPicPr>
                <p:nvPr/>
              </p:nvPicPr>
              <p:blipFill>
                <a:blip r:embed="rId2">
                  <a:extLst>
                    <a:ext uri="{28A0092B-C50C-407E-A947-70E740481C1C}">
                      <a14:useLocalDpi xmlns:a14="http://schemas.microsoft.com/office/drawing/2010/main" val="0"/>
                    </a:ext>
                  </a:extLst>
                </a:blip>
                <a:srcRect l="16399" r="1562"/>
                <a:stretch>
                  <a:fillRect/>
                </a:stretch>
              </p:blipFill>
              <p:spPr>
                <a:xfrm>
                  <a:off x="1153528" y="671647"/>
                  <a:ext cx="10001879" cy="5474511"/>
                </a:xfrm>
                <a:prstGeom prst="rect">
                  <a:avLst/>
                </a:prstGeom>
              </p:spPr>
            </p:pic>
            <p:grpSp>
              <p:nvGrpSpPr>
                <p:cNvPr id="7" name="Group 6">
                  <a:extLst>
                    <a:ext uri="{FF2B5EF4-FFF2-40B4-BE49-F238E27FC236}">
                      <a16:creationId xmlns:a16="http://schemas.microsoft.com/office/drawing/2014/main" id="{88985D3E-C2CA-FCA4-C128-D9EA37F5F670}"/>
                    </a:ext>
                  </a:extLst>
                </p:cNvPr>
                <p:cNvGrpSpPr/>
                <p:nvPr/>
              </p:nvGrpSpPr>
              <p:grpSpPr>
                <a:xfrm>
                  <a:off x="2500922" y="1514470"/>
                  <a:ext cx="271485" cy="249736"/>
                  <a:chOff x="5962646" y="5298994"/>
                  <a:chExt cx="323850" cy="304800"/>
                </a:xfrm>
                <a:solidFill>
                  <a:srgbClr val="C00000"/>
                </a:solidFill>
              </p:grpSpPr>
              <p:sp>
                <p:nvSpPr>
                  <p:cNvPr id="8" name="Oval 7">
                    <a:extLst>
                      <a:ext uri="{FF2B5EF4-FFF2-40B4-BE49-F238E27FC236}">
                        <a16:creationId xmlns:a16="http://schemas.microsoft.com/office/drawing/2014/main" id="{BCA141AE-CDBA-818E-DF9E-A004C832C2B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Flowchart: Process 8">
                    <a:extLst>
                      <a:ext uri="{FF2B5EF4-FFF2-40B4-BE49-F238E27FC236}">
                        <a16:creationId xmlns:a16="http://schemas.microsoft.com/office/drawing/2014/main" id="{807EB3F6-FC09-2A6E-8BFF-6695A4AC0E5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0" name="Group 9">
                  <a:extLst>
                    <a:ext uri="{FF2B5EF4-FFF2-40B4-BE49-F238E27FC236}">
                      <a16:creationId xmlns:a16="http://schemas.microsoft.com/office/drawing/2014/main" id="{06383F68-D133-C2A6-EE44-9233216DB837}"/>
                    </a:ext>
                  </a:extLst>
                </p:cNvPr>
                <p:cNvGrpSpPr/>
                <p:nvPr/>
              </p:nvGrpSpPr>
              <p:grpSpPr>
                <a:xfrm>
                  <a:off x="4864030" y="1860502"/>
                  <a:ext cx="271485" cy="249736"/>
                  <a:chOff x="5962646" y="5298994"/>
                  <a:chExt cx="323850" cy="304800"/>
                </a:xfrm>
                <a:solidFill>
                  <a:srgbClr val="C00000"/>
                </a:solidFill>
              </p:grpSpPr>
              <p:sp>
                <p:nvSpPr>
                  <p:cNvPr id="11" name="Oval 10">
                    <a:extLst>
                      <a:ext uri="{FF2B5EF4-FFF2-40B4-BE49-F238E27FC236}">
                        <a16:creationId xmlns:a16="http://schemas.microsoft.com/office/drawing/2014/main" id="{17036E41-A7B7-4277-F26A-DD1974A3F897}"/>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 name="Flowchart: Process 11">
                    <a:extLst>
                      <a:ext uri="{FF2B5EF4-FFF2-40B4-BE49-F238E27FC236}">
                        <a16:creationId xmlns:a16="http://schemas.microsoft.com/office/drawing/2014/main" id="{12B03353-702A-7A8A-CFC6-8242428246C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3" name="Group 12">
                  <a:extLst>
                    <a:ext uri="{FF2B5EF4-FFF2-40B4-BE49-F238E27FC236}">
                      <a16:creationId xmlns:a16="http://schemas.microsoft.com/office/drawing/2014/main" id="{96FBABB9-7A1D-4059-4FCB-2E8199298A5B}"/>
                    </a:ext>
                  </a:extLst>
                </p:cNvPr>
                <p:cNvGrpSpPr/>
                <p:nvPr/>
              </p:nvGrpSpPr>
              <p:grpSpPr>
                <a:xfrm>
                  <a:off x="3487645" y="5097956"/>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70E49A71-50BD-E483-7BA8-31C641F5428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9F302343-B72E-6ECA-93C4-E06D417B224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6C6FA254-C020-5679-F5EF-FC1886A758CE}"/>
                    </a:ext>
                  </a:extLst>
                </p:cNvPr>
                <p:cNvGrpSpPr/>
                <p:nvPr/>
              </p:nvGrpSpPr>
              <p:grpSpPr>
                <a:xfrm>
                  <a:off x="6630895" y="39073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7B998D41-0C94-D070-179F-F0F558117DE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35987E28-1CF1-B092-2E37-F8D0A1A313E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3" name="Freeform: Shape 32">
                  <a:extLst>
                    <a:ext uri="{FF2B5EF4-FFF2-40B4-BE49-F238E27FC236}">
                      <a16:creationId xmlns:a16="http://schemas.microsoft.com/office/drawing/2014/main" id="{FF16FCA6-ACB2-1692-CFB4-3259616B9782}"/>
                    </a:ext>
                  </a:extLst>
                </p:cNvPr>
                <p:cNvSpPr/>
                <p:nvPr/>
              </p:nvSpPr>
              <p:spPr>
                <a:xfrm>
                  <a:off x="3855845" y="4180113"/>
                  <a:ext cx="6097103" cy="944545"/>
                </a:xfrm>
                <a:custGeom>
                  <a:avLst/>
                  <a:gdLst>
                    <a:gd name="connsiteX0" fmla="*/ 0 w 5978772"/>
                    <a:gd name="connsiteY0" fmla="*/ 582804 h 944545"/>
                    <a:gd name="connsiteX1" fmla="*/ 90435 w 5978772"/>
                    <a:gd name="connsiteY1" fmla="*/ 602901 h 944545"/>
                    <a:gd name="connsiteX2" fmla="*/ 1095270 w 5978772"/>
                    <a:gd name="connsiteY2" fmla="*/ 663191 h 944545"/>
                    <a:gd name="connsiteX3" fmla="*/ 2049864 w 5978772"/>
                    <a:gd name="connsiteY3" fmla="*/ 733530 h 944545"/>
                    <a:gd name="connsiteX4" fmla="*/ 2461846 w 5978772"/>
                    <a:gd name="connsiteY4" fmla="*/ 813916 h 944545"/>
                    <a:gd name="connsiteX5" fmla="*/ 2592475 w 5978772"/>
                    <a:gd name="connsiteY5" fmla="*/ 844062 h 944545"/>
                    <a:gd name="connsiteX6" fmla="*/ 2803490 w 5978772"/>
                    <a:gd name="connsiteY6" fmla="*/ 854110 h 944545"/>
                    <a:gd name="connsiteX7" fmla="*/ 3004457 w 5978772"/>
                    <a:gd name="connsiteY7" fmla="*/ 874207 h 944545"/>
                    <a:gd name="connsiteX8" fmla="*/ 3305908 w 5978772"/>
                    <a:gd name="connsiteY8" fmla="*/ 894303 h 944545"/>
                    <a:gd name="connsiteX9" fmla="*/ 3496827 w 5978772"/>
                    <a:gd name="connsiteY9" fmla="*/ 924448 h 944545"/>
                    <a:gd name="connsiteX10" fmla="*/ 4129873 w 5978772"/>
                    <a:gd name="connsiteY10" fmla="*/ 944545 h 944545"/>
                    <a:gd name="connsiteX11" fmla="*/ 4742822 w 5978772"/>
                    <a:gd name="connsiteY11" fmla="*/ 924448 h 944545"/>
                    <a:gd name="connsiteX12" fmla="*/ 4833257 w 5978772"/>
                    <a:gd name="connsiteY12" fmla="*/ 914400 h 944545"/>
                    <a:gd name="connsiteX13" fmla="*/ 5004079 w 5978772"/>
                    <a:gd name="connsiteY13" fmla="*/ 904352 h 944545"/>
                    <a:gd name="connsiteX14" fmla="*/ 5385917 w 5978772"/>
                    <a:gd name="connsiteY14" fmla="*/ 773723 h 944545"/>
                    <a:gd name="connsiteX15" fmla="*/ 5416062 w 5978772"/>
                    <a:gd name="connsiteY15" fmla="*/ 723481 h 944545"/>
                    <a:gd name="connsiteX16" fmla="*/ 5496449 w 5978772"/>
                    <a:gd name="connsiteY16" fmla="*/ 633046 h 944545"/>
                    <a:gd name="connsiteX17" fmla="*/ 5807947 w 5978772"/>
                    <a:gd name="connsiteY17" fmla="*/ 371789 h 944545"/>
                    <a:gd name="connsiteX18" fmla="*/ 5838092 w 5978772"/>
                    <a:gd name="connsiteY18" fmla="*/ 311499 h 944545"/>
                    <a:gd name="connsiteX19" fmla="*/ 5858189 w 5978772"/>
                    <a:gd name="connsiteY19" fmla="*/ 251209 h 944545"/>
                    <a:gd name="connsiteX20" fmla="*/ 5938576 w 5978772"/>
                    <a:gd name="connsiteY20" fmla="*/ 130629 h 944545"/>
                    <a:gd name="connsiteX21" fmla="*/ 5968721 w 5978772"/>
                    <a:gd name="connsiteY21" fmla="*/ 80387 h 944545"/>
                    <a:gd name="connsiteX22" fmla="*/ 5978769 w 5978772"/>
                    <a:gd name="connsiteY22" fmla="*/ 0 h 94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78772" h="944545">
                      <a:moveTo>
                        <a:pt x="0" y="582804"/>
                      </a:moveTo>
                      <a:cubicBezTo>
                        <a:pt x="30145" y="589503"/>
                        <a:pt x="59766" y="599293"/>
                        <a:pt x="90435" y="602901"/>
                      </a:cubicBezTo>
                      <a:cubicBezTo>
                        <a:pt x="637969" y="667317"/>
                        <a:pt x="464781" y="630255"/>
                        <a:pt x="1095270" y="663191"/>
                      </a:cubicBezTo>
                      <a:cubicBezTo>
                        <a:pt x="1711324" y="695373"/>
                        <a:pt x="1658284" y="692311"/>
                        <a:pt x="2049864" y="733530"/>
                      </a:cubicBezTo>
                      <a:cubicBezTo>
                        <a:pt x="2726276" y="889625"/>
                        <a:pt x="2015096" y="734139"/>
                        <a:pt x="2461846" y="813916"/>
                      </a:cubicBezTo>
                      <a:cubicBezTo>
                        <a:pt x="2505838" y="821772"/>
                        <a:pt x="2548094" y="838841"/>
                        <a:pt x="2592475" y="844062"/>
                      </a:cubicBezTo>
                      <a:cubicBezTo>
                        <a:pt x="2662411" y="852290"/>
                        <a:pt x="2733152" y="850761"/>
                        <a:pt x="2803490" y="854110"/>
                      </a:cubicBezTo>
                      <a:cubicBezTo>
                        <a:pt x="2870479" y="860809"/>
                        <a:pt x="2937332" y="869044"/>
                        <a:pt x="3004457" y="874207"/>
                      </a:cubicBezTo>
                      <a:cubicBezTo>
                        <a:pt x="3105028" y="881943"/>
                        <a:pt x="3205808" y="880956"/>
                        <a:pt x="3305908" y="894303"/>
                      </a:cubicBezTo>
                      <a:cubicBezTo>
                        <a:pt x="3369771" y="902818"/>
                        <a:pt x="3432447" y="921972"/>
                        <a:pt x="3496827" y="924448"/>
                      </a:cubicBezTo>
                      <a:cubicBezTo>
                        <a:pt x="3881967" y="939262"/>
                        <a:pt x="3670966" y="932143"/>
                        <a:pt x="4129873" y="944545"/>
                      </a:cubicBezTo>
                      <a:lnTo>
                        <a:pt x="4742822" y="924448"/>
                      </a:lnTo>
                      <a:cubicBezTo>
                        <a:pt x="4773125" y="923149"/>
                        <a:pt x="4803016" y="916726"/>
                        <a:pt x="4833257" y="914400"/>
                      </a:cubicBezTo>
                      <a:cubicBezTo>
                        <a:pt x="4890128" y="910025"/>
                        <a:pt x="4947138" y="907701"/>
                        <a:pt x="5004079" y="904352"/>
                      </a:cubicBezTo>
                      <a:cubicBezTo>
                        <a:pt x="5131106" y="871214"/>
                        <a:pt x="5272889" y="849075"/>
                        <a:pt x="5385917" y="773723"/>
                      </a:cubicBezTo>
                      <a:cubicBezTo>
                        <a:pt x="5402167" y="762889"/>
                        <a:pt x="5403996" y="738838"/>
                        <a:pt x="5416062" y="723481"/>
                      </a:cubicBezTo>
                      <a:cubicBezTo>
                        <a:pt x="5440980" y="691767"/>
                        <a:pt x="5467354" y="660978"/>
                        <a:pt x="5496449" y="633046"/>
                      </a:cubicBezTo>
                      <a:cubicBezTo>
                        <a:pt x="5615964" y="518311"/>
                        <a:pt x="5682968" y="469987"/>
                        <a:pt x="5807947" y="371789"/>
                      </a:cubicBezTo>
                      <a:cubicBezTo>
                        <a:pt x="5817995" y="351692"/>
                        <a:pt x="5829450" y="332239"/>
                        <a:pt x="5838092" y="311499"/>
                      </a:cubicBezTo>
                      <a:cubicBezTo>
                        <a:pt x="5846240" y="291945"/>
                        <a:pt x="5849312" y="270443"/>
                        <a:pt x="5858189" y="251209"/>
                      </a:cubicBezTo>
                      <a:cubicBezTo>
                        <a:pt x="5897711" y="165579"/>
                        <a:pt x="5890498" y="199312"/>
                        <a:pt x="5938576" y="130629"/>
                      </a:cubicBezTo>
                      <a:cubicBezTo>
                        <a:pt x="5949776" y="114629"/>
                        <a:pt x="5958673" y="97134"/>
                        <a:pt x="5968721" y="80387"/>
                      </a:cubicBezTo>
                      <a:cubicBezTo>
                        <a:pt x="5979243" y="6732"/>
                        <a:pt x="5978769" y="33732"/>
                        <a:pt x="5978769" y="0"/>
                      </a:cubicBezTo>
                    </a:path>
                  </a:pathLst>
                </a:custGeom>
                <a:noFill/>
                <a:ln w="9525">
                  <a:solidFill>
                    <a:schemeClr val="tx1">
                      <a:lumMod val="65000"/>
                      <a:lumOff val="35000"/>
                    </a:schemeClr>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reeform: Shape 35">
                  <a:extLst>
                    <a:ext uri="{FF2B5EF4-FFF2-40B4-BE49-F238E27FC236}">
                      <a16:creationId xmlns:a16="http://schemas.microsoft.com/office/drawing/2014/main" id="{3631CFC7-5774-7A77-5AB3-8A46DDE0D03D}"/>
                    </a:ext>
                  </a:extLst>
                </p:cNvPr>
                <p:cNvSpPr/>
                <p:nvPr/>
              </p:nvSpPr>
              <p:spPr>
                <a:xfrm>
                  <a:off x="6290268" y="2934118"/>
                  <a:ext cx="3788228" cy="763675"/>
                </a:xfrm>
                <a:custGeom>
                  <a:avLst/>
                  <a:gdLst>
                    <a:gd name="connsiteX0" fmla="*/ 0 w 3788228"/>
                    <a:gd name="connsiteY0" fmla="*/ 0 h 763675"/>
                    <a:gd name="connsiteX1" fmla="*/ 542611 w 3788228"/>
                    <a:gd name="connsiteY1" fmla="*/ 60290 h 763675"/>
                    <a:gd name="connsiteX2" fmla="*/ 934497 w 3788228"/>
                    <a:gd name="connsiteY2" fmla="*/ 110532 h 763675"/>
                    <a:gd name="connsiteX3" fmla="*/ 1195754 w 3788228"/>
                    <a:gd name="connsiteY3" fmla="*/ 120581 h 763675"/>
                    <a:gd name="connsiteX4" fmla="*/ 1617785 w 3788228"/>
                    <a:gd name="connsiteY4" fmla="*/ 130629 h 763675"/>
                    <a:gd name="connsiteX5" fmla="*/ 1768510 w 3788228"/>
                    <a:gd name="connsiteY5" fmla="*/ 150726 h 763675"/>
                    <a:gd name="connsiteX6" fmla="*/ 1939332 w 3788228"/>
                    <a:gd name="connsiteY6" fmla="*/ 160774 h 763675"/>
                    <a:gd name="connsiteX7" fmla="*/ 2391508 w 3788228"/>
                    <a:gd name="connsiteY7" fmla="*/ 311499 h 763675"/>
                    <a:gd name="connsiteX8" fmla="*/ 2642716 w 3788228"/>
                    <a:gd name="connsiteY8" fmla="*/ 371789 h 763675"/>
                    <a:gd name="connsiteX9" fmla="*/ 2863780 w 3788228"/>
                    <a:gd name="connsiteY9" fmla="*/ 411983 h 763675"/>
                    <a:gd name="connsiteX10" fmla="*/ 3054699 w 3788228"/>
                    <a:gd name="connsiteY10" fmla="*/ 482321 h 763675"/>
                    <a:gd name="connsiteX11" fmla="*/ 3326004 w 3788228"/>
                    <a:gd name="connsiteY11" fmla="*/ 582805 h 763675"/>
                    <a:gd name="connsiteX12" fmla="*/ 3356149 w 3788228"/>
                    <a:gd name="connsiteY12" fmla="*/ 592853 h 763675"/>
                    <a:gd name="connsiteX13" fmla="*/ 3476730 w 3788228"/>
                    <a:gd name="connsiteY13" fmla="*/ 643095 h 763675"/>
                    <a:gd name="connsiteX14" fmla="*/ 3607358 w 3788228"/>
                    <a:gd name="connsiteY14" fmla="*/ 653143 h 763675"/>
                    <a:gd name="connsiteX15" fmla="*/ 3657600 w 3788228"/>
                    <a:gd name="connsiteY15" fmla="*/ 663192 h 763675"/>
                    <a:gd name="connsiteX16" fmla="*/ 3727938 w 3788228"/>
                    <a:gd name="connsiteY16" fmla="*/ 723482 h 763675"/>
                    <a:gd name="connsiteX17" fmla="*/ 3788228 w 3788228"/>
                    <a:gd name="connsiteY17" fmla="*/ 763675 h 76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88228" h="763675">
                      <a:moveTo>
                        <a:pt x="0" y="0"/>
                      </a:moveTo>
                      <a:cubicBezTo>
                        <a:pt x="234318" y="87869"/>
                        <a:pt x="1332" y="9346"/>
                        <a:pt x="542611" y="60290"/>
                      </a:cubicBezTo>
                      <a:cubicBezTo>
                        <a:pt x="673729" y="72631"/>
                        <a:pt x="803357" y="98427"/>
                        <a:pt x="934497" y="110532"/>
                      </a:cubicBezTo>
                      <a:cubicBezTo>
                        <a:pt x="1021278" y="118543"/>
                        <a:pt x="1108642" y="118019"/>
                        <a:pt x="1195754" y="120581"/>
                      </a:cubicBezTo>
                      <a:lnTo>
                        <a:pt x="1617785" y="130629"/>
                      </a:lnTo>
                      <a:cubicBezTo>
                        <a:pt x="1668027" y="137328"/>
                        <a:pt x="1718045" y="145995"/>
                        <a:pt x="1768510" y="150726"/>
                      </a:cubicBezTo>
                      <a:cubicBezTo>
                        <a:pt x="1825300" y="156050"/>
                        <a:pt x="1883237" y="150441"/>
                        <a:pt x="1939332" y="160774"/>
                      </a:cubicBezTo>
                      <a:cubicBezTo>
                        <a:pt x="2137539" y="197286"/>
                        <a:pt x="2193765" y="250965"/>
                        <a:pt x="2391508" y="311499"/>
                      </a:cubicBezTo>
                      <a:cubicBezTo>
                        <a:pt x="2473850" y="336706"/>
                        <a:pt x="2558449" y="354049"/>
                        <a:pt x="2642716" y="371789"/>
                      </a:cubicBezTo>
                      <a:cubicBezTo>
                        <a:pt x="2715936" y="387204"/>
                        <a:pt x="2791973" y="388902"/>
                        <a:pt x="2863780" y="411983"/>
                      </a:cubicBezTo>
                      <a:cubicBezTo>
                        <a:pt x="2928348" y="432737"/>
                        <a:pt x="2991196" y="458507"/>
                        <a:pt x="3054699" y="482321"/>
                      </a:cubicBezTo>
                      <a:cubicBezTo>
                        <a:pt x="3276067" y="565334"/>
                        <a:pt x="3094146" y="500973"/>
                        <a:pt x="3326004" y="582805"/>
                      </a:cubicBezTo>
                      <a:cubicBezTo>
                        <a:pt x="3335992" y="586330"/>
                        <a:pt x="3346372" y="588779"/>
                        <a:pt x="3356149" y="592853"/>
                      </a:cubicBezTo>
                      <a:cubicBezTo>
                        <a:pt x="3396343" y="609600"/>
                        <a:pt x="3433315" y="639755"/>
                        <a:pt x="3476730" y="643095"/>
                      </a:cubicBezTo>
                      <a:lnTo>
                        <a:pt x="3607358" y="653143"/>
                      </a:lnTo>
                      <a:cubicBezTo>
                        <a:pt x="3624105" y="656493"/>
                        <a:pt x="3641608" y="657195"/>
                        <a:pt x="3657600" y="663192"/>
                      </a:cubicBezTo>
                      <a:cubicBezTo>
                        <a:pt x="3686624" y="674076"/>
                        <a:pt x="3705700" y="705691"/>
                        <a:pt x="3727938" y="723482"/>
                      </a:cubicBezTo>
                      <a:cubicBezTo>
                        <a:pt x="3746798" y="738570"/>
                        <a:pt x="3788228" y="763675"/>
                        <a:pt x="3788228" y="763675"/>
                      </a:cubicBezTo>
                    </a:path>
                  </a:pathLst>
                </a:custGeom>
                <a:noFill/>
                <a:ln w="9525">
                  <a:solidFill>
                    <a:schemeClr val="tx1">
                      <a:lumMod val="65000"/>
                      <a:lumOff val="35000"/>
                    </a:schemeClr>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8" name="Rectangle 27">
                <a:extLst>
                  <a:ext uri="{FF2B5EF4-FFF2-40B4-BE49-F238E27FC236}">
                    <a16:creationId xmlns:a16="http://schemas.microsoft.com/office/drawing/2014/main" id="{29B1B0AC-D4D8-F2B4-6C6D-0492A745471A}"/>
                  </a:ext>
                </a:extLst>
              </p:cNvPr>
              <p:cNvSpPr/>
              <p:nvPr/>
            </p:nvSpPr>
            <p:spPr>
              <a:xfrm>
                <a:off x="4228458" y="4781953"/>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a:t>
                </a:r>
                <a:r>
                  <a:rPr lang="en-GB" altLang="zh-CN" sz="1100" dirty="0"/>
                  <a:t>CLASS</a:t>
                </a:r>
                <a:r>
                  <a:rPr lang="zh-CN" altLang="en-US" sz="1100" dirty="0"/>
                  <a:t>份额</a:t>
                </a:r>
              </a:p>
            </p:txBody>
          </p:sp>
          <p:sp>
            <p:nvSpPr>
              <p:cNvPr id="29" name="Freeform: Shape 28">
                <a:extLst>
                  <a:ext uri="{FF2B5EF4-FFF2-40B4-BE49-F238E27FC236}">
                    <a16:creationId xmlns:a16="http://schemas.microsoft.com/office/drawing/2014/main" id="{3A013635-E40E-4F95-D1D0-A404988C68D0}"/>
                  </a:ext>
                </a:extLst>
              </p:cNvPr>
              <p:cNvSpPr/>
              <p:nvPr/>
            </p:nvSpPr>
            <p:spPr>
              <a:xfrm>
                <a:off x="5420412" y="1913641"/>
                <a:ext cx="791852" cy="2866632"/>
              </a:xfrm>
              <a:custGeom>
                <a:avLst/>
                <a:gdLst>
                  <a:gd name="connsiteX0" fmla="*/ 791852 w 791852"/>
                  <a:gd name="connsiteY0" fmla="*/ 0 h 2866632"/>
                  <a:gd name="connsiteX1" fmla="*/ 763572 w 791852"/>
                  <a:gd name="connsiteY1" fmla="*/ 509048 h 2866632"/>
                  <a:gd name="connsiteX2" fmla="*/ 725864 w 791852"/>
                  <a:gd name="connsiteY2" fmla="*/ 820132 h 2866632"/>
                  <a:gd name="connsiteX3" fmla="*/ 707011 w 791852"/>
                  <a:gd name="connsiteY3" fmla="*/ 961534 h 2866632"/>
                  <a:gd name="connsiteX4" fmla="*/ 697584 w 791852"/>
                  <a:gd name="connsiteY4" fmla="*/ 1046375 h 2866632"/>
                  <a:gd name="connsiteX5" fmla="*/ 659877 w 791852"/>
                  <a:gd name="connsiteY5" fmla="*/ 1197204 h 2866632"/>
                  <a:gd name="connsiteX6" fmla="*/ 650450 w 791852"/>
                  <a:gd name="connsiteY6" fmla="*/ 1272619 h 2866632"/>
                  <a:gd name="connsiteX7" fmla="*/ 641023 w 791852"/>
                  <a:gd name="connsiteY7" fmla="*/ 1319753 h 2866632"/>
                  <a:gd name="connsiteX8" fmla="*/ 622169 w 791852"/>
                  <a:gd name="connsiteY8" fmla="*/ 1432874 h 2866632"/>
                  <a:gd name="connsiteX9" fmla="*/ 546755 w 791852"/>
                  <a:gd name="connsiteY9" fmla="*/ 1649691 h 2866632"/>
                  <a:gd name="connsiteX10" fmla="*/ 527901 w 791852"/>
                  <a:gd name="connsiteY10" fmla="*/ 1753386 h 2866632"/>
                  <a:gd name="connsiteX11" fmla="*/ 414780 w 791852"/>
                  <a:gd name="connsiteY11" fmla="*/ 2055044 h 2866632"/>
                  <a:gd name="connsiteX12" fmla="*/ 367646 w 791852"/>
                  <a:gd name="connsiteY12" fmla="*/ 2177592 h 2866632"/>
                  <a:gd name="connsiteX13" fmla="*/ 348792 w 791852"/>
                  <a:gd name="connsiteY13" fmla="*/ 2271860 h 2866632"/>
                  <a:gd name="connsiteX14" fmla="*/ 301658 w 791852"/>
                  <a:gd name="connsiteY14" fmla="*/ 2403835 h 2866632"/>
                  <a:gd name="connsiteX15" fmla="*/ 245097 w 791852"/>
                  <a:gd name="connsiteY15" fmla="*/ 2516957 h 2866632"/>
                  <a:gd name="connsiteX16" fmla="*/ 216817 w 791852"/>
                  <a:gd name="connsiteY16" fmla="*/ 2611225 h 2866632"/>
                  <a:gd name="connsiteX17" fmla="*/ 141402 w 791852"/>
                  <a:gd name="connsiteY17" fmla="*/ 2752627 h 2866632"/>
                  <a:gd name="connsiteX18" fmla="*/ 131976 w 791852"/>
                  <a:gd name="connsiteY18" fmla="*/ 2780907 h 2866632"/>
                  <a:gd name="connsiteX19" fmla="*/ 56561 w 791852"/>
                  <a:gd name="connsiteY19" fmla="*/ 2846895 h 2866632"/>
                  <a:gd name="connsiteX20" fmla="*/ 18854 w 791852"/>
                  <a:gd name="connsiteY20" fmla="*/ 2865749 h 2866632"/>
                  <a:gd name="connsiteX21" fmla="*/ 0 w 791852"/>
                  <a:gd name="connsiteY21" fmla="*/ 2865749 h 286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1852" h="2866632">
                    <a:moveTo>
                      <a:pt x="791852" y="0"/>
                    </a:moveTo>
                    <a:cubicBezTo>
                      <a:pt x="784439" y="200142"/>
                      <a:pt x="783523" y="309540"/>
                      <a:pt x="763572" y="509048"/>
                    </a:cubicBezTo>
                    <a:cubicBezTo>
                      <a:pt x="753178" y="612983"/>
                      <a:pt x="739669" y="716595"/>
                      <a:pt x="725864" y="820132"/>
                    </a:cubicBezTo>
                    <a:cubicBezTo>
                      <a:pt x="719580" y="867266"/>
                      <a:pt x="712909" y="914350"/>
                      <a:pt x="707011" y="961534"/>
                    </a:cubicBezTo>
                    <a:cubicBezTo>
                      <a:pt x="703482" y="989769"/>
                      <a:pt x="703164" y="1018473"/>
                      <a:pt x="697584" y="1046375"/>
                    </a:cubicBezTo>
                    <a:cubicBezTo>
                      <a:pt x="687421" y="1097192"/>
                      <a:pt x="670447" y="1146470"/>
                      <a:pt x="659877" y="1197204"/>
                    </a:cubicBezTo>
                    <a:cubicBezTo>
                      <a:pt x="654710" y="1222005"/>
                      <a:pt x="654302" y="1247580"/>
                      <a:pt x="650450" y="1272619"/>
                    </a:cubicBezTo>
                    <a:cubicBezTo>
                      <a:pt x="648014" y="1288455"/>
                      <a:pt x="643808" y="1303974"/>
                      <a:pt x="641023" y="1319753"/>
                    </a:cubicBezTo>
                    <a:cubicBezTo>
                      <a:pt x="634380" y="1357398"/>
                      <a:pt x="632671" y="1396118"/>
                      <a:pt x="622169" y="1432874"/>
                    </a:cubicBezTo>
                    <a:cubicBezTo>
                      <a:pt x="601148" y="1506449"/>
                      <a:pt x="560443" y="1574406"/>
                      <a:pt x="546755" y="1649691"/>
                    </a:cubicBezTo>
                    <a:cubicBezTo>
                      <a:pt x="540470" y="1684256"/>
                      <a:pt x="538089" y="1719764"/>
                      <a:pt x="527901" y="1753386"/>
                    </a:cubicBezTo>
                    <a:cubicBezTo>
                      <a:pt x="494640" y="1863146"/>
                      <a:pt x="455090" y="1952029"/>
                      <a:pt x="414780" y="2055044"/>
                    </a:cubicBezTo>
                    <a:cubicBezTo>
                      <a:pt x="398832" y="2095801"/>
                      <a:pt x="376230" y="2134675"/>
                      <a:pt x="367646" y="2177592"/>
                    </a:cubicBezTo>
                    <a:cubicBezTo>
                      <a:pt x="361361" y="2209015"/>
                      <a:pt x="356564" y="2240772"/>
                      <a:pt x="348792" y="2271860"/>
                    </a:cubicBezTo>
                    <a:cubicBezTo>
                      <a:pt x="342801" y="2295825"/>
                      <a:pt x="308073" y="2388256"/>
                      <a:pt x="301658" y="2403835"/>
                    </a:cubicBezTo>
                    <a:cubicBezTo>
                      <a:pt x="267484" y="2486830"/>
                      <a:pt x="278141" y="2467393"/>
                      <a:pt x="245097" y="2516957"/>
                    </a:cubicBezTo>
                    <a:cubicBezTo>
                      <a:pt x="235670" y="2548380"/>
                      <a:pt x="230029" y="2581197"/>
                      <a:pt x="216817" y="2611225"/>
                    </a:cubicBezTo>
                    <a:cubicBezTo>
                      <a:pt x="195303" y="2660120"/>
                      <a:pt x="165292" y="2704848"/>
                      <a:pt x="141402" y="2752627"/>
                    </a:cubicBezTo>
                    <a:cubicBezTo>
                      <a:pt x="136958" y="2761514"/>
                      <a:pt x="137938" y="2772958"/>
                      <a:pt x="131976" y="2780907"/>
                    </a:cubicBezTo>
                    <a:cubicBezTo>
                      <a:pt x="112421" y="2806980"/>
                      <a:pt x="85181" y="2830540"/>
                      <a:pt x="56561" y="2846895"/>
                    </a:cubicBezTo>
                    <a:cubicBezTo>
                      <a:pt x="44360" y="2853867"/>
                      <a:pt x="32185" y="2861305"/>
                      <a:pt x="18854" y="2865749"/>
                    </a:cubicBezTo>
                    <a:cubicBezTo>
                      <a:pt x="12892" y="2867736"/>
                      <a:pt x="6285" y="2865749"/>
                      <a:pt x="0" y="286574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Shape 34">
                <a:extLst>
                  <a:ext uri="{FF2B5EF4-FFF2-40B4-BE49-F238E27FC236}">
                    <a16:creationId xmlns:a16="http://schemas.microsoft.com/office/drawing/2014/main" id="{6F154E65-5F8E-3447-ADEC-6EF53A3DFEE4}"/>
                  </a:ext>
                </a:extLst>
              </p:cNvPr>
              <p:cNvSpPr/>
              <p:nvPr/>
            </p:nvSpPr>
            <p:spPr>
              <a:xfrm>
                <a:off x="509047" y="914400"/>
                <a:ext cx="3779167" cy="4317476"/>
              </a:xfrm>
              <a:custGeom>
                <a:avLst/>
                <a:gdLst>
                  <a:gd name="connsiteX0" fmla="*/ 2479250 w 3782146"/>
                  <a:gd name="connsiteY0" fmla="*/ 0 h 4317476"/>
                  <a:gd name="connsiteX1" fmla="*/ 2149312 w 3782146"/>
                  <a:gd name="connsiteY1" fmla="*/ 9427 h 4317476"/>
                  <a:gd name="connsiteX2" fmla="*/ 2073897 w 3782146"/>
                  <a:gd name="connsiteY2" fmla="*/ 18854 h 4317476"/>
                  <a:gd name="connsiteX3" fmla="*/ 1979629 w 3782146"/>
                  <a:gd name="connsiteY3" fmla="*/ 47134 h 4317476"/>
                  <a:gd name="connsiteX4" fmla="*/ 1913642 w 3782146"/>
                  <a:gd name="connsiteY4" fmla="*/ 56561 h 4317476"/>
                  <a:gd name="connsiteX5" fmla="*/ 1838227 w 3782146"/>
                  <a:gd name="connsiteY5" fmla="*/ 75414 h 4317476"/>
                  <a:gd name="connsiteX6" fmla="*/ 1781666 w 3782146"/>
                  <a:gd name="connsiteY6" fmla="*/ 84841 h 4317476"/>
                  <a:gd name="connsiteX7" fmla="*/ 1602557 w 3782146"/>
                  <a:gd name="connsiteY7" fmla="*/ 122548 h 4317476"/>
                  <a:gd name="connsiteX8" fmla="*/ 1470582 w 3782146"/>
                  <a:gd name="connsiteY8" fmla="*/ 131975 h 4317476"/>
                  <a:gd name="connsiteX9" fmla="*/ 1404594 w 3782146"/>
                  <a:gd name="connsiteY9" fmla="*/ 141402 h 4317476"/>
                  <a:gd name="connsiteX10" fmla="*/ 1300899 w 3782146"/>
                  <a:gd name="connsiteY10" fmla="*/ 150829 h 4317476"/>
                  <a:gd name="connsiteX11" fmla="*/ 1093510 w 3782146"/>
                  <a:gd name="connsiteY11" fmla="*/ 197963 h 4317476"/>
                  <a:gd name="connsiteX12" fmla="*/ 980388 w 3782146"/>
                  <a:gd name="connsiteY12" fmla="*/ 226243 h 4317476"/>
                  <a:gd name="connsiteX13" fmla="*/ 763572 w 3782146"/>
                  <a:gd name="connsiteY13" fmla="*/ 273377 h 4317476"/>
                  <a:gd name="connsiteX14" fmla="*/ 716438 w 3782146"/>
                  <a:gd name="connsiteY14" fmla="*/ 292231 h 4317476"/>
                  <a:gd name="connsiteX15" fmla="*/ 650450 w 3782146"/>
                  <a:gd name="connsiteY15" fmla="*/ 311085 h 4317476"/>
                  <a:gd name="connsiteX16" fmla="*/ 603316 w 3782146"/>
                  <a:gd name="connsiteY16" fmla="*/ 329938 h 4317476"/>
                  <a:gd name="connsiteX17" fmla="*/ 386499 w 3782146"/>
                  <a:gd name="connsiteY17" fmla="*/ 395926 h 4317476"/>
                  <a:gd name="connsiteX18" fmla="*/ 358219 w 3782146"/>
                  <a:gd name="connsiteY18" fmla="*/ 414779 h 4317476"/>
                  <a:gd name="connsiteX19" fmla="*/ 311085 w 3782146"/>
                  <a:gd name="connsiteY19" fmla="*/ 433633 h 4317476"/>
                  <a:gd name="connsiteX20" fmla="*/ 179110 w 3782146"/>
                  <a:gd name="connsiteY20" fmla="*/ 622169 h 4317476"/>
                  <a:gd name="connsiteX21" fmla="*/ 113122 w 3782146"/>
                  <a:gd name="connsiteY21" fmla="*/ 754144 h 4317476"/>
                  <a:gd name="connsiteX22" fmla="*/ 65988 w 3782146"/>
                  <a:gd name="connsiteY22" fmla="*/ 886120 h 4317476"/>
                  <a:gd name="connsiteX23" fmla="*/ 0 w 3782146"/>
                  <a:gd name="connsiteY23" fmla="*/ 1225485 h 4317476"/>
                  <a:gd name="connsiteX24" fmla="*/ 37708 w 3782146"/>
                  <a:gd name="connsiteY24" fmla="*/ 1838227 h 4317476"/>
                  <a:gd name="connsiteX25" fmla="*/ 56561 w 3782146"/>
                  <a:gd name="connsiteY25" fmla="*/ 1913641 h 4317476"/>
                  <a:gd name="connsiteX26" fmla="*/ 94268 w 3782146"/>
                  <a:gd name="connsiteY26" fmla="*/ 2168165 h 4317476"/>
                  <a:gd name="connsiteX27" fmla="*/ 103695 w 3782146"/>
                  <a:gd name="connsiteY27" fmla="*/ 2234153 h 4317476"/>
                  <a:gd name="connsiteX28" fmla="*/ 122549 w 3782146"/>
                  <a:gd name="connsiteY28" fmla="*/ 2281287 h 4317476"/>
                  <a:gd name="connsiteX29" fmla="*/ 160256 w 3782146"/>
                  <a:gd name="connsiteY29" fmla="*/ 2422689 h 4317476"/>
                  <a:gd name="connsiteX30" fmla="*/ 197963 w 3782146"/>
                  <a:gd name="connsiteY30" fmla="*/ 2488676 h 4317476"/>
                  <a:gd name="connsiteX31" fmla="*/ 207390 w 3782146"/>
                  <a:gd name="connsiteY31" fmla="*/ 2535810 h 4317476"/>
                  <a:gd name="connsiteX32" fmla="*/ 226244 w 3782146"/>
                  <a:gd name="connsiteY32" fmla="*/ 2573518 h 4317476"/>
                  <a:gd name="connsiteX33" fmla="*/ 245097 w 3782146"/>
                  <a:gd name="connsiteY33" fmla="*/ 2620652 h 4317476"/>
                  <a:gd name="connsiteX34" fmla="*/ 263951 w 3782146"/>
                  <a:gd name="connsiteY34" fmla="*/ 2677212 h 4317476"/>
                  <a:gd name="connsiteX35" fmla="*/ 292231 w 3782146"/>
                  <a:gd name="connsiteY35" fmla="*/ 2733773 h 4317476"/>
                  <a:gd name="connsiteX36" fmla="*/ 311085 w 3782146"/>
                  <a:gd name="connsiteY36" fmla="*/ 2809188 h 4317476"/>
                  <a:gd name="connsiteX37" fmla="*/ 339365 w 3782146"/>
                  <a:gd name="connsiteY37" fmla="*/ 2875175 h 4317476"/>
                  <a:gd name="connsiteX38" fmla="*/ 358219 w 3782146"/>
                  <a:gd name="connsiteY38" fmla="*/ 2931736 h 4317476"/>
                  <a:gd name="connsiteX39" fmla="*/ 414780 w 3782146"/>
                  <a:gd name="connsiteY39" fmla="*/ 3044858 h 4317476"/>
                  <a:gd name="connsiteX40" fmla="*/ 490194 w 3782146"/>
                  <a:gd name="connsiteY40" fmla="*/ 3205113 h 4317476"/>
                  <a:gd name="connsiteX41" fmla="*/ 575035 w 3782146"/>
                  <a:gd name="connsiteY41" fmla="*/ 3365369 h 4317476"/>
                  <a:gd name="connsiteX42" fmla="*/ 593889 w 3782146"/>
                  <a:gd name="connsiteY42" fmla="*/ 3393649 h 4317476"/>
                  <a:gd name="connsiteX43" fmla="*/ 650450 w 3782146"/>
                  <a:gd name="connsiteY43" fmla="*/ 3450210 h 4317476"/>
                  <a:gd name="connsiteX44" fmla="*/ 735291 w 3782146"/>
                  <a:gd name="connsiteY44" fmla="*/ 3563332 h 4317476"/>
                  <a:gd name="connsiteX45" fmla="*/ 791852 w 3782146"/>
                  <a:gd name="connsiteY45" fmla="*/ 3619893 h 4317476"/>
                  <a:gd name="connsiteX46" fmla="*/ 838986 w 3782146"/>
                  <a:gd name="connsiteY46" fmla="*/ 3657600 h 4317476"/>
                  <a:gd name="connsiteX47" fmla="*/ 867266 w 3782146"/>
                  <a:gd name="connsiteY47" fmla="*/ 3695307 h 4317476"/>
                  <a:gd name="connsiteX48" fmla="*/ 923827 w 3782146"/>
                  <a:gd name="connsiteY48" fmla="*/ 3742441 h 4317476"/>
                  <a:gd name="connsiteX49" fmla="*/ 1008668 w 3782146"/>
                  <a:gd name="connsiteY49" fmla="*/ 3827282 h 4317476"/>
                  <a:gd name="connsiteX50" fmla="*/ 1102937 w 3782146"/>
                  <a:gd name="connsiteY50" fmla="*/ 3940404 h 4317476"/>
                  <a:gd name="connsiteX51" fmla="*/ 1159497 w 3782146"/>
                  <a:gd name="connsiteY51" fmla="*/ 3996965 h 4317476"/>
                  <a:gd name="connsiteX52" fmla="*/ 1310326 w 3782146"/>
                  <a:gd name="connsiteY52" fmla="*/ 4128940 h 4317476"/>
                  <a:gd name="connsiteX53" fmla="*/ 1348033 w 3782146"/>
                  <a:gd name="connsiteY53" fmla="*/ 4147794 h 4317476"/>
                  <a:gd name="connsiteX54" fmla="*/ 1414021 w 3782146"/>
                  <a:gd name="connsiteY54" fmla="*/ 4194928 h 4317476"/>
                  <a:gd name="connsiteX55" fmla="*/ 1545996 w 3782146"/>
                  <a:gd name="connsiteY55" fmla="*/ 4232635 h 4317476"/>
                  <a:gd name="connsiteX56" fmla="*/ 1621411 w 3782146"/>
                  <a:gd name="connsiteY56" fmla="*/ 4242062 h 4317476"/>
                  <a:gd name="connsiteX57" fmla="*/ 1781666 w 3782146"/>
                  <a:gd name="connsiteY57" fmla="*/ 4260915 h 4317476"/>
                  <a:gd name="connsiteX58" fmla="*/ 1857081 w 3782146"/>
                  <a:gd name="connsiteY58" fmla="*/ 4270342 h 4317476"/>
                  <a:gd name="connsiteX59" fmla="*/ 2055044 w 3782146"/>
                  <a:gd name="connsiteY59" fmla="*/ 4289196 h 4317476"/>
                  <a:gd name="connsiteX60" fmla="*/ 2196446 w 3782146"/>
                  <a:gd name="connsiteY60" fmla="*/ 4308049 h 4317476"/>
                  <a:gd name="connsiteX61" fmla="*/ 2620652 w 3782146"/>
                  <a:gd name="connsiteY61" fmla="*/ 4317476 h 4317476"/>
                  <a:gd name="connsiteX62" fmla="*/ 2941163 w 3782146"/>
                  <a:gd name="connsiteY62" fmla="*/ 4298623 h 4317476"/>
                  <a:gd name="connsiteX63" fmla="*/ 3139126 w 3782146"/>
                  <a:gd name="connsiteY63" fmla="*/ 4270342 h 4317476"/>
                  <a:gd name="connsiteX64" fmla="*/ 3176833 w 3782146"/>
                  <a:gd name="connsiteY64" fmla="*/ 4260915 h 4317476"/>
                  <a:gd name="connsiteX65" fmla="*/ 3261675 w 3782146"/>
                  <a:gd name="connsiteY65" fmla="*/ 4251489 h 4317476"/>
                  <a:gd name="connsiteX66" fmla="*/ 3327662 w 3782146"/>
                  <a:gd name="connsiteY66" fmla="*/ 4242062 h 4317476"/>
                  <a:gd name="connsiteX67" fmla="*/ 3497345 w 3782146"/>
                  <a:gd name="connsiteY67" fmla="*/ 4213781 h 4317476"/>
                  <a:gd name="connsiteX68" fmla="*/ 3591613 w 3782146"/>
                  <a:gd name="connsiteY68" fmla="*/ 4204355 h 4317476"/>
                  <a:gd name="connsiteX69" fmla="*/ 3761295 w 3782146"/>
                  <a:gd name="connsiteY69" fmla="*/ 4185501 h 4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82146" h="4317476">
                    <a:moveTo>
                      <a:pt x="2479250" y="0"/>
                    </a:moveTo>
                    <a:lnTo>
                      <a:pt x="2149312" y="9427"/>
                    </a:lnTo>
                    <a:cubicBezTo>
                      <a:pt x="2124005" y="10604"/>
                      <a:pt x="2098628" y="13358"/>
                      <a:pt x="2073897" y="18854"/>
                    </a:cubicBezTo>
                    <a:cubicBezTo>
                      <a:pt x="2041872" y="25971"/>
                      <a:pt x="2011563" y="39620"/>
                      <a:pt x="1979629" y="47134"/>
                    </a:cubicBezTo>
                    <a:cubicBezTo>
                      <a:pt x="1958001" y="52223"/>
                      <a:pt x="1935430" y="52204"/>
                      <a:pt x="1913642" y="56561"/>
                    </a:cubicBezTo>
                    <a:cubicBezTo>
                      <a:pt x="1888233" y="61643"/>
                      <a:pt x="1863564" y="69985"/>
                      <a:pt x="1838227" y="75414"/>
                    </a:cubicBezTo>
                    <a:cubicBezTo>
                      <a:pt x="1819538" y="79419"/>
                      <a:pt x="1800355" y="80836"/>
                      <a:pt x="1781666" y="84841"/>
                    </a:cubicBezTo>
                    <a:cubicBezTo>
                      <a:pt x="1693158" y="103807"/>
                      <a:pt x="1703288" y="110460"/>
                      <a:pt x="1602557" y="122548"/>
                    </a:cubicBezTo>
                    <a:cubicBezTo>
                      <a:pt x="1558767" y="127803"/>
                      <a:pt x="1514487" y="127793"/>
                      <a:pt x="1470582" y="131975"/>
                    </a:cubicBezTo>
                    <a:cubicBezTo>
                      <a:pt x="1448463" y="134082"/>
                      <a:pt x="1426677" y="138948"/>
                      <a:pt x="1404594" y="141402"/>
                    </a:cubicBezTo>
                    <a:cubicBezTo>
                      <a:pt x="1370099" y="145235"/>
                      <a:pt x="1335464" y="147687"/>
                      <a:pt x="1300899" y="150829"/>
                    </a:cubicBezTo>
                    <a:cubicBezTo>
                      <a:pt x="1200175" y="184405"/>
                      <a:pt x="1371764" y="128401"/>
                      <a:pt x="1093510" y="197963"/>
                    </a:cubicBezTo>
                    <a:cubicBezTo>
                      <a:pt x="1055803" y="207390"/>
                      <a:pt x="1018279" y="217582"/>
                      <a:pt x="980388" y="226243"/>
                    </a:cubicBezTo>
                    <a:cubicBezTo>
                      <a:pt x="908287" y="242723"/>
                      <a:pt x="835324" y="255439"/>
                      <a:pt x="763572" y="273377"/>
                    </a:cubicBezTo>
                    <a:cubicBezTo>
                      <a:pt x="747156" y="277481"/>
                      <a:pt x="732491" y="286880"/>
                      <a:pt x="716438" y="292231"/>
                    </a:cubicBezTo>
                    <a:cubicBezTo>
                      <a:pt x="694736" y="299465"/>
                      <a:pt x="672152" y="303851"/>
                      <a:pt x="650450" y="311085"/>
                    </a:cubicBezTo>
                    <a:cubicBezTo>
                      <a:pt x="634397" y="316436"/>
                      <a:pt x="619273" y="324306"/>
                      <a:pt x="603316" y="329938"/>
                    </a:cubicBezTo>
                    <a:cubicBezTo>
                      <a:pt x="492165" y="369167"/>
                      <a:pt x="496126" y="366027"/>
                      <a:pt x="386499" y="395926"/>
                    </a:cubicBezTo>
                    <a:cubicBezTo>
                      <a:pt x="377072" y="402210"/>
                      <a:pt x="368352" y="409712"/>
                      <a:pt x="358219" y="414779"/>
                    </a:cubicBezTo>
                    <a:cubicBezTo>
                      <a:pt x="343084" y="422347"/>
                      <a:pt x="324948" y="423929"/>
                      <a:pt x="311085" y="433633"/>
                    </a:cubicBezTo>
                    <a:cubicBezTo>
                      <a:pt x="254908" y="472957"/>
                      <a:pt x="201601" y="577188"/>
                      <a:pt x="179110" y="622169"/>
                    </a:cubicBezTo>
                    <a:cubicBezTo>
                      <a:pt x="157114" y="666161"/>
                      <a:pt x="130391" y="708091"/>
                      <a:pt x="113122" y="754144"/>
                    </a:cubicBezTo>
                    <a:cubicBezTo>
                      <a:pt x="106363" y="772169"/>
                      <a:pt x="72236" y="860346"/>
                      <a:pt x="65988" y="886120"/>
                    </a:cubicBezTo>
                    <a:cubicBezTo>
                      <a:pt x="8080" y="1124988"/>
                      <a:pt x="17445" y="1068484"/>
                      <a:pt x="0" y="1225485"/>
                    </a:cubicBezTo>
                    <a:cubicBezTo>
                      <a:pt x="7372" y="1391353"/>
                      <a:pt x="11145" y="1652283"/>
                      <a:pt x="37708" y="1838227"/>
                    </a:cubicBezTo>
                    <a:cubicBezTo>
                      <a:pt x="41372" y="1863878"/>
                      <a:pt x="50277" y="1888503"/>
                      <a:pt x="56561" y="1913641"/>
                    </a:cubicBezTo>
                    <a:cubicBezTo>
                      <a:pt x="71965" y="2113895"/>
                      <a:pt x="54629" y="1960059"/>
                      <a:pt x="94268" y="2168165"/>
                    </a:cubicBezTo>
                    <a:cubicBezTo>
                      <a:pt x="98425" y="2189992"/>
                      <a:pt x="98306" y="2212597"/>
                      <a:pt x="103695" y="2234153"/>
                    </a:cubicBezTo>
                    <a:cubicBezTo>
                      <a:pt x="107799" y="2250569"/>
                      <a:pt x="117900" y="2265016"/>
                      <a:pt x="122549" y="2281287"/>
                    </a:cubicBezTo>
                    <a:cubicBezTo>
                      <a:pt x="137565" y="2333845"/>
                      <a:pt x="137830" y="2374100"/>
                      <a:pt x="160256" y="2422689"/>
                    </a:cubicBezTo>
                    <a:cubicBezTo>
                      <a:pt x="170872" y="2445691"/>
                      <a:pt x="185394" y="2466680"/>
                      <a:pt x="197963" y="2488676"/>
                    </a:cubicBezTo>
                    <a:cubicBezTo>
                      <a:pt x="201105" y="2504387"/>
                      <a:pt x="202323" y="2520610"/>
                      <a:pt x="207390" y="2535810"/>
                    </a:cubicBezTo>
                    <a:cubicBezTo>
                      <a:pt x="211834" y="2549142"/>
                      <a:pt x="220537" y="2560676"/>
                      <a:pt x="226244" y="2573518"/>
                    </a:cubicBezTo>
                    <a:cubicBezTo>
                      <a:pt x="233116" y="2588981"/>
                      <a:pt x="239314" y="2604749"/>
                      <a:pt x="245097" y="2620652"/>
                    </a:cubicBezTo>
                    <a:cubicBezTo>
                      <a:pt x="251889" y="2639329"/>
                      <a:pt x="256307" y="2658867"/>
                      <a:pt x="263951" y="2677212"/>
                    </a:cubicBezTo>
                    <a:cubicBezTo>
                      <a:pt x="272058" y="2696669"/>
                      <a:pt x="285141" y="2713922"/>
                      <a:pt x="292231" y="2733773"/>
                    </a:cubicBezTo>
                    <a:cubicBezTo>
                      <a:pt x="300946" y="2758175"/>
                      <a:pt x="302891" y="2784606"/>
                      <a:pt x="311085" y="2809188"/>
                    </a:cubicBezTo>
                    <a:cubicBezTo>
                      <a:pt x="318653" y="2831891"/>
                      <a:pt x="330774" y="2852840"/>
                      <a:pt x="339365" y="2875175"/>
                    </a:cubicBezTo>
                    <a:cubicBezTo>
                      <a:pt x="346499" y="2893724"/>
                      <a:pt x="350148" y="2913575"/>
                      <a:pt x="358219" y="2931736"/>
                    </a:cubicBezTo>
                    <a:cubicBezTo>
                      <a:pt x="375341" y="2970261"/>
                      <a:pt x="401448" y="3004863"/>
                      <a:pt x="414780" y="3044858"/>
                    </a:cubicBezTo>
                    <a:cubicBezTo>
                      <a:pt x="439761" y="3119797"/>
                      <a:pt x="419764" y="3064254"/>
                      <a:pt x="490194" y="3205113"/>
                    </a:cubicBezTo>
                    <a:cubicBezTo>
                      <a:pt x="512287" y="3249298"/>
                      <a:pt x="552829" y="3332062"/>
                      <a:pt x="575035" y="3365369"/>
                    </a:cubicBezTo>
                    <a:cubicBezTo>
                      <a:pt x="581320" y="3374796"/>
                      <a:pt x="586362" y="3385181"/>
                      <a:pt x="593889" y="3393649"/>
                    </a:cubicBezTo>
                    <a:cubicBezTo>
                      <a:pt x="611603" y="3413577"/>
                      <a:pt x="635660" y="3428025"/>
                      <a:pt x="650450" y="3450210"/>
                    </a:cubicBezTo>
                    <a:cubicBezTo>
                      <a:pt x="675996" y="3488529"/>
                      <a:pt x="704031" y="3532072"/>
                      <a:pt x="735291" y="3563332"/>
                    </a:cubicBezTo>
                    <a:cubicBezTo>
                      <a:pt x="754145" y="3582186"/>
                      <a:pt x="772123" y="3601957"/>
                      <a:pt x="791852" y="3619893"/>
                    </a:cubicBezTo>
                    <a:cubicBezTo>
                      <a:pt x="806740" y="3633427"/>
                      <a:pt x="824759" y="3643373"/>
                      <a:pt x="838986" y="3657600"/>
                    </a:cubicBezTo>
                    <a:cubicBezTo>
                      <a:pt x="850095" y="3668709"/>
                      <a:pt x="856157" y="3684198"/>
                      <a:pt x="867266" y="3695307"/>
                    </a:cubicBezTo>
                    <a:cubicBezTo>
                      <a:pt x="884620" y="3712661"/>
                      <a:pt x="905885" y="3725696"/>
                      <a:pt x="923827" y="3742441"/>
                    </a:cubicBezTo>
                    <a:cubicBezTo>
                      <a:pt x="953065" y="3769730"/>
                      <a:pt x="980388" y="3799002"/>
                      <a:pt x="1008668" y="3827282"/>
                    </a:cubicBezTo>
                    <a:cubicBezTo>
                      <a:pt x="1085937" y="3904551"/>
                      <a:pt x="965196" y="3781471"/>
                      <a:pt x="1102937" y="3940404"/>
                    </a:cubicBezTo>
                    <a:cubicBezTo>
                      <a:pt x="1120399" y="3960553"/>
                      <a:pt x="1140643" y="3978111"/>
                      <a:pt x="1159497" y="3996965"/>
                    </a:cubicBezTo>
                    <a:cubicBezTo>
                      <a:pt x="1201301" y="4038769"/>
                      <a:pt x="1268078" y="4107815"/>
                      <a:pt x="1310326" y="4128940"/>
                    </a:cubicBezTo>
                    <a:cubicBezTo>
                      <a:pt x="1322895" y="4135225"/>
                      <a:pt x="1336116" y="4140346"/>
                      <a:pt x="1348033" y="4147794"/>
                    </a:cubicBezTo>
                    <a:cubicBezTo>
                      <a:pt x="1354040" y="4151548"/>
                      <a:pt x="1402064" y="4189946"/>
                      <a:pt x="1414021" y="4194928"/>
                    </a:cubicBezTo>
                    <a:cubicBezTo>
                      <a:pt x="1457388" y="4212998"/>
                      <a:pt x="1500092" y="4225573"/>
                      <a:pt x="1545996" y="4232635"/>
                    </a:cubicBezTo>
                    <a:cubicBezTo>
                      <a:pt x="1571035" y="4236487"/>
                      <a:pt x="1596273" y="4238920"/>
                      <a:pt x="1621411" y="4242062"/>
                    </a:cubicBezTo>
                    <a:cubicBezTo>
                      <a:pt x="1703935" y="4262693"/>
                      <a:pt x="1630167" y="4246487"/>
                      <a:pt x="1781666" y="4260915"/>
                    </a:cubicBezTo>
                    <a:cubicBezTo>
                      <a:pt x="1806886" y="4263317"/>
                      <a:pt x="1831969" y="4266994"/>
                      <a:pt x="1857081" y="4270342"/>
                    </a:cubicBezTo>
                    <a:cubicBezTo>
                      <a:pt x="2084851" y="4300712"/>
                      <a:pt x="1666437" y="4248996"/>
                      <a:pt x="2055044" y="4289196"/>
                    </a:cubicBezTo>
                    <a:cubicBezTo>
                      <a:pt x="2102343" y="4294089"/>
                      <a:pt x="2148954" y="4305674"/>
                      <a:pt x="2196446" y="4308049"/>
                    </a:cubicBezTo>
                    <a:cubicBezTo>
                      <a:pt x="2337706" y="4315112"/>
                      <a:pt x="2479250" y="4314334"/>
                      <a:pt x="2620652" y="4317476"/>
                    </a:cubicBezTo>
                    <a:cubicBezTo>
                      <a:pt x="2699304" y="4313901"/>
                      <a:pt x="2850138" y="4309656"/>
                      <a:pt x="2941163" y="4298623"/>
                    </a:cubicBezTo>
                    <a:cubicBezTo>
                      <a:pt x="3007336" y="4290602"/>
                      <a:pt x="3073138" y="4279769"/>
                      <a:pt x="3139126" y="4270342"/>
                    </a:cubicBezTo>
                    <a:cubicBezTo>
                      <a:pt x="3151952" y="4268510"/>
                      <a:pt x="3164028" y="4262885"/>
                      <a:pt x="3176833" y="4260915"/>
                    </a:cubicBezTo>
                    <a:cubicBezTo>
                      <a:pt x="3204957" y="4256588"/>
                      <a:pt x="3233440" y="4255018"/>
                      <a:pt x="3261675" y="4251489"/>
                    </a:cubicBezTo>
                    <a:cubicBezTo>
                      <a:pt x="3283722" y="4248733"/>
                      <a:pt x="3305666" y="4245204"/>
                      <a:pt x="3327662" y="4242062"/>
                    </a:cubicBezTo>
                    <a:cubicBezTo>
                      <a:pt x="3406145" y="4202819"/>
                      <a:pt x="3347182" y="4226294"/>
                      <a:pt x="3497345" y="4213781"/>
                    </a:cubicBezTo>
                    <a:cubicBezTo>
                      <a:pt x="3528815" y="4211159"/>
                      <a:pt x="3560108" y="4206528"/>
                      <a:pt x="3591613" y="4204355"/>
                    </a:cubicBezTo>
                    <a:cubicBezTo>
                      <a:pt x="3772356" y="4191890"/>
                      <a:pt x="3813205" y="4237411"/>
                      <a:pt x="3761295" y="4185501"/>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Shape 37">
                <a:extLst>
                  <a:ext uri="{FF2B5EF4-FFF2-40B4-BE49-F238E27FC236}">
                    <a16:creationId xmlns:a16="http://schemas.microsoft.com/office/drawing/2014/main" id="{5CE6E077-7C1F-C67C-0BDB-AB27F731663F}"/>
                  </a:ext>
                </a:extLst>
              </p:cNvPr>
              <p:cNvSpPr/>
              <p:nvPr/>
            </p:nvSpPr>
            <p:spPr>
              <a:xfrm>
                <a:off x="5136776" y="4069976"/>
                <a:ext cx="35859" cy="735106"/>
              </a:xfrm>
              <a:custGeom>
                <a:avLst/>
                <a:gdLst>
                  <a:gd name="connsiteX0" fmla="*/ 8965 w 35859"/>
                  <a:gd name="connsiteY0" fmla="*/ 0 h 735106"/>
                  <a:gd name="connsiteX1" fmla="*/ 0 w 35859"/>
                  <a:gd name="connsiteY1" fmla="*/ 286871 h 735106"/>
                  <a:gd name="connsiteX2" fmla="*/ 8965 w 35859"/>
                  <a:gd name="connsiteY2" fmla="*/ 537883 h 735106"/>
                  <a:gd name="connsiteX3" fmla="*/ 17930 w 35859"/>
                  <a:gd name="connsiteY3" fmla="*/ 618565 h 735106"/>
                  <a:gd name="connsiteX4" fmla="*/ 35859 w 35859"/>
                  <a:gd name="connsiteY4" fmla="*/ 735106 h 735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9" h="735106">
                    <a:moveTo>
                      <a:pt x="8965" y="0"/>
                    </a:moveTo>
                    <a:cubicBezTo>
                      <a:pt x="5977" y="95624"/>
                      <a:pt x="0" y="191201"/>
                      <a:pt x="0" y="286871"/>
                    </a:cubicBezTo>
                    <a:cubicBezTo>
                      <a:pt x="0" y="370595"/>
                      <a:pt x="4446" y="454281"/>
                      <a:pt x="8965" y="537883"/>
                    </a:cubicBezTo>
                    <a:cubicBezTo>
                      <a:pt x="10426" y="564903"/>
                      <a:pt x="14574" y="591714"/>
                      <a:pt x="17930" y="618565"/>
                    </a:cubicBezTo>
                    <a:cubicBezTo>
                      <a:pt x="23696" y="664692"/>
                      <a:pt x="28385" y="690257"/>
                      <a:pt x="35859" y="735106"/>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Shape 38">
                <a:extLst>
                  <a:ext uri="{FF2B5EF4-FFF2-40B4-BE49-F238E27FC236}">
                    <a16:creationId xmlns:a16="http://schemas.microsoft.com/office/drawing/2014/main" id="{1A3A32E9-1C63-3FA2-A2A6-B69BF03C3480}"/>
                  </a:ext>
                </a:extLst>
              </p:cNvPr>
              <p:cNvSpPr/>
              <p:nvPr/>
            </p:nvSpPr>
            <p:spPr>
              <a:xfrm>
                <a:off x="5325035" y="2823882"/>
                <a:ext cx="215153" cy="1981200"/>
              </a:xfrm>
              <a:custGeom>
                <a:avLst/>
                <a:gdLst>
                  <a:gd name="connsiteX0" fmla="*/ 215153 w 215153"/>
                  <a:gd name="connsiteY0" fmla="*/ 0 h 1945342"/>
                  <a:gd name="connsiteX1" fmla="*/ 206189 w 215153"/>
                  <a:gd name="connsiteY1" fmla="*/ 986118 h 1945342"/>
                  <a:gd name="connsiteX2" fmla="*/ 170330 w 215153"/>
                  <a:gd name="connsiteY2" fmla="*/ 1515036 h 1945342"/>
                  <a:gd name="connsiteX3" fmla="*/ 134471 w 215153"/>
                  <a:gd name="connsiteY3" fmla="*/ 1658471 h 1945342"/>
                  <a:gd name="connsiteX4" fmla="*/ 98612 w 215153"/>
                  <a:gd name="connsiteY4" fmla="*/ 1783977 h 1945342"/>
                  <a:gd name="connsiteX5" fmla="*/ 80683 w 215153"/>
                  <a:gd name="connsiteY5" fmla="*/ 1819836 h 1945342"/>
                  <a:gd name="connsiteX6" fmla="*/ 53789 w 215153"/>
                  <a:gd name="connsiteY6" fmla="*/ 1891553 h 1945342"/>
                  <a:gd name="connsiteX7" fmla="*/ 0 w 215153"/>
                  <a:gd name="connsiteY7" fmla="*/ 1945342 h 194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53" h="1945342">
                    <a:moveTo>
                      <a:pt x="215153" y="0"/>
                    </a:moveTo>
                    <a:cubicBezTo>
                      <a:pt x="212165" y="328706"/>
                      <a:pt x="212806" y="657465"/>
                      <a:pt x="206189" y="986118"/>
                    </a:cubicBezTo>
                    <a:cubicBezTo>
                      <a:pt x="203844" y="1102586"/>
                      <a:pt x="190265" y="1370506"/>
                      <a:pt x="170330" y="1515036"/>
                    </a:cubicBezTo>
                    <a:cubicBezTo>
                      <a:pt x="163172" y="1566932"/>
                      <a:pt x="147736" y="1608728"/>
                      <a:pt x="134471" y="1658471"/>
                    </a:cubicBezTo>
                    <a:cubicBezTo>
                      <a:pt x="120871" y="1709469"/>
                      <a:pt x="117496" y="1736765"/>
                      <a:pt x="98612" y="1783977"/>
                    </a:cubicBezTo>
                    <a:cubicBezTo>
                      <a:pt x="93649" y="1796385"/>
                      <a:pt x="86659" y="1807883"/>
                      <a:pt x="80683" y="1819836"/>
                    </a:cubicBezTo>
                    <a:cubicBezTo>
                      <a:pt x="73216" y="1857170"/>
                      <a:pt x="77617" y="1864747"/>
                      <a:pt x="53789" y="1891553"/>
                    </a:cubicBezTo>
                    <a:cubicBezTo>
                      <a:pt x="36943" y="1910505"/>
                      <a:pt x="0" y="1945342"/>
                      <a:pt x="0" y="1945342"/>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36">
                <a:extLst>
                  <a:ext uri="{FF2B5EF4-FFF2-40B4-BE49-F238E27FC236}">
                    <a16:creationId xmlns:a16="http://schemas.microsoft.com/office/drawing/2014/main" id="{B8C2EE4F-A126-CA2C-15ED-0F41312DBD42}"/>
                  </a:ext>
                </a:extLst>
              </p:cNvPr>
              <p:cNvSpPr/>
              <p:nvPr/>
            </p:nvSpPr>
            <p:spPr>
              <a:xfrm>
                <a:off x="4193439" y="3671411"/>
                <a:ext cx="1577252" cy="410395"/>
              </a:xfrm>
              <a:prstGeom prst="rect">
                <a:avLst/>
              </a:prstGeom>
              <a:solidFill>
                <a:srgbClr val="ECECFF"/>
              </a:solidFill>
              <a:ln w="9525">
                <a:solidFill>
                  <a:srgbClr val="AF9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lumMod val="75000"/>
                        <a:lumOff val="25000"/>
                      </a:schemeClr>
                    </a:solidFill>
                  </a:rPr>
                  <a:t>医院分子式在</a:t>
                </a:r>
                <a:r>
                  <a:rPr lang="en-US" altLang="zh-CN" sz="1000" dirty="0">
                    <a:solidFill>
                      <a:schemeClr val="tx1">
                        <a:lumMod val="75000"/>
                        <a:lumOff val="25000"/>
                      </a:schemeClr>
                    </a:solidFill>
                  </a:rPr>
                  <a:t>CLASS</a:t>
                </a:r>
                <a:r>
                  <a:rPr lang="zh-CN" altLang="en-US" sz="1000" dirty="0">
                    <a:solidFill>
                      <a:schemeClr val="tx1">
                        <a:lumMod val="75000"/>
                        <a:lumOff val="25000"/>
                      </a:schemeClr>
                    </a:solidFill>
                  </a:rPr>
                  <a:t>份额</a:t>
                </a:r>
              </a:p>
            </p:txBody>
          </p:sp>
          <p:sp>
            <p:nvSpPr>
              <p:cNvPr id="40" name="Freeform: Shape 39">
                <a:extLst>
                  <a:ext uri="{FF2B5EF4-FFF2-40B4-BE49-F238E27FC236}">
                    <a16:creationId xmlns:a16="http://schemas.microsoft.com/office/drawing/2014/main" id="{B621B015-2568-9C0A-37CE-99B09E842F68}"/>
                  </a:ext>
                </a:extLst>
              </p:cNvPr>
              <p:cNvSpPr/>
              <p:nvPr/>
            </p:nvSpPr>
            <p:spPr>
              <a:xfrm>
                <a:off x="1416424" y="2734235"/>
                <a:ext cx="2814917" cy="2348753"/>
              </a:xfrm>
              <a:custGeom>
                <a:avLst/>
                <a:gdLst>
                  <a:gd name="connsiteX0" fmla="*/ 215152 w 2814917"/>
                  <a:gd name="connsiteY0" fmla="*/ 0 h 2348753"/>
                  <a:gd name="connsiteX1" fmla="*/ 188258 w 2814917"/>
                  <a:gd name="connsiteY1" fmla="*/ 98612 h 2348753"/>
                  <a:gd name="connsiteX2" fmla="*/ 170329 w 2814917"/>
                  <a:gd name="connsiteY2" fmla="*/ 224118 h 2348753"/>
                  <a:gd name="connsiteX3" fmla="*/ 134470 w 2814917"/>
                  <a:gd name="connsiteY3" fmla="*/ 331694 h 2348753"/>
                  <a:gd name="connsiteX4" fmla="*/ 107576 w 2814917"/>
                  <a:gd name="connsiteY4" fmla="*/ 439271 h 2348753"/>
                  <a:gd name="connsiteX5" fmla="*/ 26894 w 2814917"/>
                  <a:gd name="connsiteY5" fmla="*/ 690283 h 2348753"/>
                  <a:gd name="connsiteX6" fmla="*/ 17929 w 2814917"/>
                  <a:gd name="connsiteY6" fmla="*/ 753036 h 2348753"/>
                  <a:gd name="connsiteX7" fmla="*/ 8964 w 2814917"/>
                  <a:gd name="connsiteY7" fmla="*/ 860612 h 2348753"/>
                  <a:gd name="connsiteX8" fmla="*/ 0 w 2814917"/>
                  <a:gd name="connsiteY8" fmla="*/ 950259 h 2348753"/>
                  <a:gd name="connsiteX9" fmla="*/ 8964 w 2814917"/>
                  <a:gd name="connsiteY9" fmla="*/ 1362636 h 2348753"/>
                  <a:gd name="connsiteX10" fmla="*/ 17929 w 2814917"/>
                  <a:gd name="connsiteY10" fmla="*/ 1416424 h 2348753"/>
                  <a:gd name="connsiteX11" fmla="*/ 53788 w 2814917"/>
                  <a:gd name="connsiteY11" fmla="*/ 1595718 h 2348753"/>
                  <a:gd name="connsiteX12" fmla="*/ 80682 w 2814917"/>
                  <a:gd name="connsiteY12" fmla="*/ 1712259 h 2348753"/>
                  <a:gd name="connsiteX13" fmla="*/ 134470 w 2814917"/>
                  <a:gd name="connsiteY13" fmla="*/ 1864659 h 2348753"/>
                  <a:gd name="connsiteX14" fmla="*/ 152400 w 2814917"/>
                  <a:gd name="connsiteY14" fmla="*/ 1927412 h 2348753"/>
                  <a:gd name="connsiteX15" fmla="*/ 206188 w 2814917"/>
                  <a:gd name="connsiteY15" fmla="*/ 2026024 h 2348753"/>
                  <a:gd name="connsiteX16" fmla="*/ 251011 w 2814917"/>
                  <a:gd name="connsiteY16" fmla="*/ 2061883 h 2348753"/>
                  <a:gd name="connsiteX17" fmla="*/ 322729 w 2814917"/>
                  <a:gd name="connsiteY17" fmla="*/ 2124636 h 2348753"/>
                  <a:gd name="connsiteX18" fmla="*/ 385482 w 2814917"/>
                  <a:gd name="connsiteY18" fmla="*/ 2160494 h 2348753"/>
                  <a:gd name="connsiteX19" fmla="*/ 403411 w 2814917"/>
                  <a:gd name="connsiteY19" fmla="*/ 2178424 h 2348753"/>
                  <a:gd name="connsiteX20" fmla="*/ 448235 w 2814917"/>
                  <a:gd name="connsiteY20" fmla="*/ 2205318 h 2348753"/>
                  <a:gd name="connsiteX21" fmla="*/ 475129 w 2814917"/>
                  <a:gd name="connsiteY21" fmla="*/ 2223247 h 2348753"/>
                  <a:gd name="connsiteX22" fmla="*/ 573741 w 2814917"/>
                  <a:gd name="connsiteY22" fmla="*/ 2250141 h 2348753"/>
                  <a:gd name="connsiteX23" fmla="*/ 645458 w 2814917"/>
                  <a:gd name="connsiteY23" fmla="*/ 2277036 h 2348753"/>
                  <a:gd name="connsiteX24" fmla="*/ 753035 w 2814917"/>
                  <a:gd name="connsiteY24" fmla="*/ 2294965 h 2348753"/>
                  <a:gd name="connsiteX25" fmla="*/ 815788 w 2814917"/>
                  <a:gd name="connsiteY25" fmla="*/ 2321859 h 2348753"/>
                  <a:gd name="connsiteX26" fmla="*/ 986117 w 2814917"/>
                  <a:gd name="connsiteY26" fmla="*/ 2339789 h 2348753"/>
                  <a:gd name="connsiteX27" fmla="*/ 1048870 w 2814917"/>
                  <a:gd name="connsiteY27" fmla="*/ 2348753 h 2348753"/>
                  <a:gd name="connsiteX28" fmla="*/ 2268070 w 2814917"/>
                  <a:gd name="connsiteY28" fmla="*/ 2339789 h 2348753"/>
                  <a:gd name="connsiteX29" fmla="*/ 2814917 w 2814917"/>
                  <a:gd name="connsiteY29" fmla="*/ 2330824 h 23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814917" h="2348753">
                    <a:moveTo>
                      <a:pt x="215152" y="0"/>
                    </a:moveTo>
                    <a:cubicBezTo>
                      <a:pt x="198693" y="49378"/>
                      <a:pt x="195860" y="50466"/>
                      <a:pt x="188258" y="98612"/>
                    </a:cubicBezTo>
                    <a:cubicBezTo>
                      <a:pt x="181667" y="140355"/>
                      <a:pt x="179832" y="182940"/>
                      <a:pt x="170329" y="224118"/>
                    </a:cubicBezTo>
                    <a:cubicBezTo>
                      <a:pt x="161830" y="260948"/>
                      <a:pt x="145054" y="295408"/>
                      <a:pt x="134470" y="331694"/>
                    </a:cubicBezTo>
                    <a:cubicBezTo>
                      <a:pt x="124120" y="367178"/>
                      <a:pt x="118197" y="403867"/>
                      <a:pt x="107576" y="439271"/>
                    </a:cubicBezTo>
                    <a:cubicBezTo>
                      <a:pt x="82322" y="523451"/>
                      <a:pt x="26894" y="690283"/>
                      <a:pt x="26894" y="690283"/>
                    </a:cubicBezTo>
                    <a:cubicBezTo>
                      <a:pt x="23906" y="711201"/>
                      <a:pt x="20141" y="732022"/>
                      <a:pt x="17929" y="753036"/>
                    </a:cubicBezTo>
                    <a:cubicBezTo>
                      <a:pt x="14162" y="788821"/>
                      <a:pt x="12222" y="824777"/>
                      <a:pt x="8964" y="860612"/>
                    </a:cubicBezTo>
                    <a:cubicBezTo>
                      <a:pt x="6245" y="890520"/>
                      <a:pt x="2988" y="920377"/>
                      <a:pt x="0" y="950259"/>
                    </a:cubicBezTo>
                    <a:cubicBezTo>
                      <a:pt x="2988" y="1087718"/>
                      <a:pt x="3680" y="1225246"/>
                      <a:pt x="8964" y="1362636"/>
                    </a:cubicBezTo>
                    <a:cubicBezTo>
                      <a:pt x="9663" y="1380799"/>
                      <a:pt x="14496" y="1398574"/>
                      <a:pt x="17929" y="1416424"/>
                    </a:cubicBezTo>
                    <a:cubicBezTo>
                      <a:pt x="29439" y="1476276"/>
                      <a:pt x="41835" y="1535953"/>
                      <a:pt x="53788" y="1595718"/>
                    </a:cubicBezTo>
                    <a:cubicBezTo>
                      <a:pt x="62573" y="1639645"/>
                      <a:pt x="67161" y="1666287"/>
                      <a:pt x="80682" y="1712259"/>
                    </a:cubicBezTo>
                    <a:cubicBezTo>
                      <a:pt x="114775" y="1828174"/>
                      <a:pt x="98410" y="1756480"/>
                      <a:pt x="134470" y="1864659"/>
                    </a:cubicBezTo>
                    <a:cubicBezTo>
                      <a:pt x="141350" y="1885297"/>
                      <a:pt x="144965" y="1906967"/>
                      <a:pt x="152400" y="1927412"/>
                    </a:cubicBezTo>
                    <a:cubicBezTo>
                      <a:pt x="158872" y="1945209"/>
                      <a:pt x="203777" y="2023077"/>
                      <a:pt x="206188" y="2026024"/>
                    </a:cubicBezTo>
                    <a:cubicBezTo>
                      <a:pt x="218304" y="2040833"/>
                      <a:pt x="236611" y="2049283"/>
                      <a:pt x="251011" y="2061883"/>
                    </a:cubicBezTo>
                    <a:cubicBezTo>
                      <a:pt x="292481" y="2098170"/>
                      <a:pt x="266426" y="2087102"/>
                      <a:pt x="322729" y="2124636"/>
                    </a:cubicBezTo>
                    <a:cubicBezTo>
                      <a:pt x="342775" y="2138000"/>
                      <a:pt x="365436" y="2147130"/>
                      <a:pt x="385482" y="2160494"/>
                    </a:cubicBezTo>
                    <a:cubicBezTo>
                      <a:pt x="392515" y="2165182"/>
                      <a:pt x="396533" y="2173511"/>
                      <a:pt x="403411" y="2178424"/>
                    </a:cubicBezTo>
                    <a:cubicBezTo>
                      <a:pt x="417590" y="2188552"/>
                      <a:pt x="433459" y="2196083"/>
                      <a:pt x="448235" y="2205318"/>
                    </a:cubicBezTo>
                    <a:cubicBezTo>
                      <a:pt x="457371" y="2211028"/>
                      <a:pt x="465283" y="2218871"/>
                      <a:pt x="475129" y="2223247"/>
                    </a:cubicBezTo>
                    <a:cubicBezTo>
                      <a:pt x="512358" y="2239793"/>
                      <a:pt x="535390" y="2242471"/>
                      <a:pt x="573741" y="2250141"/>
                    </a:cubicBezTo>
                    <a:cubicBezTo>
                      <a:pt x="587448" y="2255624"/>
                      <a:pt x="626722" y="2272352"/>
                      <a:pt x="645458" y="2277036"/>
                    </a:cubicBezTo>
                    <a:cubicBezTo>
                      <a:pt x="680405" y="2285772"/>
                      <a:pt x="717628" y="2289907"/>
                      <a:pt x="753035" y="2294965"/>
                    </a:cubicBezTo>
                    <a:cubicBezTo>
                      <a:pt x="773953" y="2303930"/>
                      <a:pt x="794198" y="2314662"/>
                      <a:pt x="815788" y="2321859"/>
                    </a:cubicBezTo>
                    <a:cubicBezTo>
                      <a:pt x="858720" y="2336170"/>
                      <a:pt x="963828" y="2337666"/>
                      <a:pt x="986117" y="2339789"/>
                    </a:cubicBezTo>
                    <a:cubicBezTo>
                      <a:pt x="1007152" y="2341792"/>
                      <a:pt x="1027952" y="2345765"/>
                      <a:pt x="1048870" y="2348753"/>
                    </a:cubicBezTo>
                    <a:lnTo>
                      <a:pt x="2268070" y="2339789"/>
                    </a:lnTo>
                    <a:cubicBezTo>
                      <a:pt x="3195029" y="2329256"/>
                      <a:pt x="2241714" y="2330824"/>
                      <a:pt x="2814917" y="2330824"/>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Freeform: Shape 44">
              <a:extLst>
                <a:ext uri="{FF2B5EF4-FFF2-40B4-BE49-F238E27FC236}">
                  <a16:creationId xmlns:a16="http://schemas.microsoft.com/office/drawing/2014/main" id="{35FF65E1-9B79-FB88-124B-9C0F1E7B650F}"/>
                </a:ext>
              </a:extLst>
            </p:cNvPr>
            <p:cNvSpPr/>
            <p:nvPr/>
          </p:nvSpPr>
          <p:spPr>
            <a:xfrm>
              <a:off x="5844988" y="3558988"/>
              <a:ext cx="1219200" cy="1228165"/>
            </a:xfrm>
            <a:custGeom>
              <a:avLst/>
              <a:gdLst>
                <a:gd name="connsiteX0" fmla="*/ 1219200 w 1219200"/>
                <a:gd name="connsiteY0" fmla="*/ 0 h 1228165"/>
                <a:gd name="connsiteX1" fmla="*/ 1201271 w 1219200"/>
                <a:gd name="connsiteY1" fmla="*/ 44824 h 1228165"/>
                <a:gd name="connsiteX2" fmla="*/ 1174377 w 1219200"/>
                <a:gd name="connsiteY2" fmla="*/ 125506 h 1228165"/>
                <a:gd name="connsiteX3" fmla="*/ 1129553 w 1219200"/>
                <a:gd name="connsiteY3" fmla="*/ 206188 h 1228165"/>
                <a:gd name="connsiteX4" fmla="*/ 1048871 w 1219200"/>
                <a:gd name="connsiteY4" fmla="*/ 367553 h 1228165"/>
                <a:gd name="connsiteX5" fmla="*/ 555812 w 1219200"/>
                <a:gd name="connsiteY5" fmla="*/ 860612 h 1228165"/>
                <a:gd name="connsiteX6" fmla="*/ 349624 w 1219200"/>
                <a:gd name="connsiteY6" fmla="*/ 1004047 h 1228165"/>
                <a:gd name="connsiteX7" fmla="*/ 206188 w 1219200"/>
                <a:gd name="connsiteY7" fmla="*/ 1093694 h 1228165"/>
                <a:gd name="connsiteX8" fmla="*/ 152400 w 1219200"/>
                <a:gd name="connsiteY8" fmla="*/ 1147483 h 1228165"/>
                <a:gd name="connsiteX9" fmla="*/ 89647 w 1219200"/>
                <a:gd name="connsiteY9" fmla="*/ 1183341 h 1228165"/>
                <a:gd name="connsiteX10" fmla="*/ 62753 w 1219200"/>
                <a:gd name="connsiteY10" fmla="*/ 1201271 h 1228165"/>
                <a:gd name="connsiteX11" fmla="*/ 17930 w 1219200"/>
                <a:gd name="connsiteY11" fmla="*/ 1219200 h 1228165"/>
                <a:gd name="connsiteX12" fmla="*/ 0 w 1219200"/>
                <a:gd name="connsiteY12" fmla="*/ 1228165 h 1228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 h="1228165">
                  <a:moveTo>
                    <a:pt x="1219200" y="0"/>
                  </a:moveTo>
                  <a:cubicBezTo>
                    <a:pt x="1213224" y="14941"/>
                    <a:pt x="1206683" y="29669"/>
                    <a:pt x="1201271" y="44824"/>
                  </a:cubicBezTo>
                  <a:cubicBezTo>
                    <a:pt x="1191736" y="71521"/>
                    <a:pt x="1185891" y="99601"/>
                    <a:pt x="1174377" y="125506"/>
                  </a:cubicBezTo>
                  <a:cubicBezTo>
                    <a:pt x="1161882" y="153620"/>
                    <a:pt x="1142653" y="178351"/>
                    <a:pt x="1129553" y="206188"/>
                  </a:cubicBezTo>
                  <a:cubicBezTo>
                    <a:pt x="1089547" y="291201"/>
                    <a:pt x="1116991" y="282403"/>
                    <a:pt x="1048871" y="367553"/>
                  </a:cubicBezTo>
                  <a:cubicBezTo>
                    <a:pt x="944686" y="497784"/>
                    <a:pt x="644968" y="798591"/>
                    <a:pt x="555812" y="860612"/>
                  </a:cubicBezTo>
                  <a:cubicBezTo>
                    <a:pt x="487083" y="908424"/>
                    <a:pt x="419286" y="957605"/>
                    <a:pt x="349624" y="1004047"/>
                  </a:cubicBezTo>
                  <a:cubicBezTo>
                    <a:pt x="302711" y="1035322"/>
                    <a:pt x="251786" y="1060532"/>
                    <a:pt x="206188" y="1093694"/>
                  </a:cubicBezTo>
                  <a:cubicBezTo>
                    <a:pt x="185682" y="1108608"/>
                    <a:pt x="172498" y="1132023"/>
                    <a:pt x="152400" y="1147483"/>
                  </a:cubicBezTo>
                  <a:cubicBezTo>
                    <a:pt x="133304" y="1162172"/>
                    <a:pt x="110306" y="1170946"/>
                    <a:pt x="89647" y="1183341"/>
                  </a:cubicBezTo>
                  <a:cubicBezTo>
                    <a:pt x="80408" y="1188884"/>
                    <a:pt x="72390" y="1196453"/>
                    <a:pt x="62753" y="1201271"/>
                  </a:cubicBezTo>
                  <a:cubicBezTo>
                    <a:pt x="48360" y="1208468"/>
                    <a:pt x="32721" y="1212861"/>
                    <a:pt x="17930" y="1219200"/>
                  </a:cubicBezTo>
                  <a:cubicBezTo>
                    <a:pt x="11788" y="1221832"/>
                    <a:pt x="5977" y="1225177"/>
                    <a:pt x="0" y="1228165"/>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TextBox 3">
            <a:extLst>
              <a:ext uri="{FF2B5EF4-FFF2-40B4-BE49-F238E27FC236}">
                <a16:creationId xmlns:a16="http://schemas.microsoft.com/office/drawing/2014/main" id="{72CA2314-F991-68CF-D6E3-B415AAA4BA0D}"/>
              </a:ext>
            </a:extLst>
          </p:cNvPr>
          <p:cNvSpPr txBox="1"/>
          <p:nvPr/>
        </p:nvSpPr>
        <p:spPr>
          <a:xfrm>
            <a:off x="263526" y="51890"/>
            <a:ext cx="6755840"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 </a:t>
            </a:r>
            <a:r>
              <a:rPr lang="zh-CN" altLang="en-US" sz="1600" b="1" dirty="0">
                <a:latin typeface="微软雅黑" panose="020B0503020204020204" pitchFamily="34" charset="-122"/>
              </a:rPr>
              <a:t>：目标市场看</a:t>
            </a:r>
            <a:r>
              <a:rPr lang="en-GB" altLang="zh-CN" sz="1600" b="1" dirty="0">
                <a:latin typeface="微软雅黑" panose="020B0503020204020204" pitchFamily="34" charset="-122"/>
              </a:rPr>
              <a:t>CCB</a:t>
            </a:r>
            <a:r>
              <a:rPr lang="zh-CN" altLang="en-US" sz="1600" b="1" dirty="0">
                <a:latin typeface="微软雅黑" panose="020B0503020204020204" pitchFamily="34" charset="-122"/>
              </a:rPr>
              <a:t>市场</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grpSp>
        <p:nvGrpSpPr>
          <p:cNvPr id="20" name="Group 19">
            <a:extLst>
              <a:ext uri="{FF2B5EF4-FFF2-40B4-BE49-F238E27FC236}">
                <a16:creationId xmlns:a16="http://schemas.microsoft.com/office/drawing/2014/main" id="{E3010D87-282C-5736-D957-1B502D446498}"/>
              </a:ext>
            </a:extLst>
          </p:cNvPr>
          <p:cNvGrpSpPr/>
          <p:nvPr/>
        </p:nvGrpSpPr>
        <p:grpSpPr>
          <a:xfrm>
            <a:off x="7800918" y="1541649"/>
            <a:ext cx="4217880" cy="432206"/>
            <a:chOff x="6678300" y="6146158"/>
            <a:chExt cx="4217880" cy="432206"/>
          </a:xfrm>
        </p:grpSpPr>
        <p:sp>
          <p:nvSpPr>
            <p:cNvPr id="6" name="Rectangle 5">
              <a:extLst>
                <a:ext uri="{FF2B5EF4-FFF2-40B4-BE49-F238E27FC236}">
                  <a16:creationId xmlns:a16="http://schemas.microsoft.com/office/drawing/2014/main" id="{DDA92F03-8DC8-2EAC-56AA-56BBF8B9C561}"/>
                </a:ext>
              </a:extLst>
            </p:cNvPr>
            <p:cNvSpPr/>
            <p:nvPr/>
          </p:nvSpPr>
          <p:spPr>
            <a:xfrm>
              <a:off x="6678300" y="6146158"/>
              <a:ext cx="1471530" cy="424726"/>
            </a:xfrm>
            <a:prstGeom prst="rect">
              <a:avLst/>
            </a:prstGeom>
            <a:solidFill>
              <a:srgbClr val="00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rPr>
                <a:t>零售稳定性</a:t>
              </a:r>
            </a:p>
          </p:txBody>
        </p:sp>
        <p:sp>
          <p:nvSpPr>
            <p:cNvPr id="19" name="Rectangle 18">
              <a:extLst>
                <a:ext uri="{FF2B5EF4-FFF2-40B4-BE49-F238E27FC236}">
                  <a16:creationId xmlns:a16="http://schemas.microsoft.com/office/drawing/2014/main" id="{13A95586-3151-A740-008A-900D49391B94}"/>
                </a:ext>
              </a:extLst>
            </p:cNvPr>
            <p:cNvSpPr/>
            <p:nvPr/>
          </p:nvSpPr>
          <p:spPr>
            <a:xfrm>
              <a:off x="9424650" y="6153638"/>
              <a:ext cx="1471530" cy="424726"/>
            </a:xfrm>
            <a:prstGeom prst="rect">
              <a:avLst/>
            </a:prstGeom>
            <a:solidFill>
              <a:srgbClr val="00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rPr>
                <a:t>零售非集中度</a:t>
              </a:r>
            </a:p>
          </p:txBody>
        </p:sp>
        <p:cxnSp>
          <p:nvCxnSpPr>
            <p:cNvPr id="25" name="Connector: Elbow 24">
              <a:extLst>
                <a:ext uri="{FF2B5EF4-FFF2-40B4-BE49-F238E27FC236}">
                  <a16:creationId xmlns:a16="http://schemas.microsoft.com/office/drawing/2014/main" id="{935A74B5-FF54-60FB-E9ED-335C6F4771CD}"/>
                </a:ext>
              </a:extLst>
            </p:cNvPr>
            <p:cNvCxnSpPr>
              <a:cxnSpLocks/>
              <a:stCxn id="6" idx="0"/>
              <a:endCxn id="19" idx="0"/>
            </p:cNvCxnSpPr>
            <p:nvPr/>
          </p:nvCxnSpPr>
          <p:spPr>
            <a:xfrm rot="16200000" flipH="1">
              <a:off x="8783500" y="4776723"/>
              <a:ext cx="7480" cy="2746350"/>
            </a:xfrm>
            <a:prstGeom prst="bentConnector3">
              <a:avLst>
                <a:gd name="adj1" fmla="val -1712781"/>
              </a:avLst>
            </a:prstGeom>
            <a:ln w="6350">
              <a:solidFill>
                <a:schemeClr val="tx1">
                  <a:lumMod val="65000"/>
                  <a:lumOff val="3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 name="Connector: Elbow 1">
              <a:extLst>
                <a:ext uri="{FF2B5EF4-FFF2-40B4-BE49-F238E27FC236}">
                  <a16:creationId xmlns:a16="http://schemas.microsoft.com/office/drawing/2014/main" id="{4B778484-D022-D29F-6083-9AA07C69B56E}"/>
                </a:ext>
              </a:extLst>
            </p:cNvPr>
            <p:cNvCxnSpPr>
              <a:cxnSpLocks/>
              <a:stCxn id="19" idx="2"/>
              <a:endCxn id="6" idx="2"/>
            </p:cNvCxnSpPr>
            <p:nvPr/>
          </p:nvCxnSpPr>
          <p:spPr>
            <a:xfrm rot="5400000" flipH="1">
              <a:off x="8783500" y="5201449"/>
              <a:ext cx="7480" cy="2746350"/>
            </a:xfrm>
            <a:prstGeom prst="bentConnector3">
              <a:avLst>
                <a:gd name="adj1" fmla="val -1847126"/>
              </a:avLst>
            </a:prstGeom>
            <a:ln w="6350">
              <a:solidFill>
                <a:schemeClr val="tx1">
                  <a:lumMod val="65000"/>
                  <a:lumOff val="35000"/>
                </a:schemeClr>
              </a:solidFill>
              <a:prstDash val="dash"/>
              <a:tailEnd type="triangle"/>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B2FE79CC-A5EC-78BB-EA12-8BC7EE88299E}"/>
              </a:ext>
            </a:extLst>
          </p:cNvPr>
          <p:cNvSpPr txBox="1"/>
          <p:nvPr/>
        </p:nvSpPr>
        <p:spPr>
          <a:xfrm>
            <a:off x="625489" y="5603508"/>
            <a:ext cx="10941021" cy="1077218"/>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直接与医院渠道毛销售额正相关的是公立二三级医院分销率。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直接与零售渠道毛销售额正相关的是零售分销率、品牌在分子式份额，间接正相关的是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医院比率、品牌在</a:t>
            </a:r>
            <a:r>
              <a:rPr lang="en-GB" altLang="zh-CN" sz="1600" dirty="0">
                <a:latin typeface="微软雅黑" panose="020B0503020204020204" pitchFamily="34" charset="-122"/>
              </a:rPr>
              <a:t>class</a:t>
            </a:r>
            <a:r>
              <a:rPr lang="zh-CN" altLang="en-US" sz="1600" dirty="0">
                <a:latin typeface="微软雅黑" panose="020B0503020204020204" pitchFamily="34" charset="-122"/>
              </a:rPr>
              <a:t>的</a:t>
            </a:r>
            <a:r>
              <a:rPr lang="en-GB" altLang="zh-CN" sz="1600" dirty="0">
                <a:latin typeface="微软雅黑" panose="020B0503020204020204" pitchFamily="34" charset="-122"/>
              </a:rPr>
              <a:t>MNC</a:t>
            </a:r>
            <a:r>
              <a:rPr lang="en-US" altLang="zh-CN" sz="1600" dirty="0">
                <a:latin typeface="微软雅黑" panose="020B0503020204020204" pitchFamily="34" charset="-122"/>
              </a:rPr>
              <a:t>_OUT</a:t>
            </a:r>
            <a:r>
              <a:rPr lang="zh-CN" altLang="en-US" sz="1600" dirty="0">
                <a:latin typeface="微软雅黑" panose="020B0503020204020204" pitchFamily="34" charset="-122"/>
              </a:rPr>
              <a:t>份额。</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图中值得关注的是，政策宽松度与公立二三级医院分销率的负相关性，将在后面打开到个别省份，进行趋势对比。</a:t>
            </a:r>
            <a:endParaRPr lang="en-GB" altLang="zh-CN" sz="1600" dirty="0">
              <a:latin typeface="微软雅黑" panose="020B0503020204020204" pitchFamily="34" charset="-122"/>
            </a:endParaRPr>
          </a:p>
        </p:txBody>
      </p:sp>
      <p:grpSp>
        <p:nvGrpSpPr>
          <p:cNvPr id="22" name="Group 21">
            <a:extLst>
              <a:ext uri="{FF2B5EF4-FFF2-40B4-BE49-F238E27FC236}">
                <a16:creationId xmlns:a16="http://schemas.microsoft.com/office/drawing/2014/main" id="{32977D2A-E360-7701-2CDE-7F084376B68E}"/>
              </a:ext>
            </a:extLst>
          </p:cNvPr>
          <p:cNvGrpSpPr/>
          <p:nvPr/>
        </p:nvGrpSpPr>
        <p:grpSpPr>
          <a:xfrm>
            <a:off x="10722144" y="4505662"/>
            <a:ext cx="1242255" cy="338554"/>
            <a:chOff x="10851742" y="6219402"/>
            <a:chExt cx="1242255" cy="338554"/>
          </a:xfrm>
        </p:grpSpPr>
        <p:grpSp>
          <p:nvGrpSpPr>
            <p:cNvPr id="23" name="Group 22">
              <a:extLst>
                <a:ext uri="{FF2B5EF4-FFF2-40B4-BE49-F238E27FC236}">
                  <a16:creationId xmlns:a16="http://schemas.microsoft.com/office/drawing/2014/main" id="{DCC7B439-7B8F-12C2-697B-E38C01752A78}"/>
                </a:ext>
              </a:extLst>
            </p:cNvPr>
            <p:cNvGrpSpPr/>
            <p:nvPr/>
          </p:nvGrpSpPr>
          <p:grpSpPr>
            <a:xfrm>
              <a:off x="10851742" y="6304983"/>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8CDBA6E4-E74E-002D-BE6D-9DD5576032F7}"/>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30BB0A97-03AA-7310-9E6F-FCCD0C04840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4" name="TextBox 23">
              <a:extLst>
                <a:ext uri="{FF2B5EF4-FFF2-40B4-BE49-F238E27FC236}">
                  <a16:creationId xmlns:a16="http://schemas.microsoft.com/office/drawing/2014/main" id="{12F00C79-955F-CF44-59E5-9803E6F742A4}"/>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spTree>
    <p:extLst>
      <p:ext uri="{BB962C8B-B14F-4D97-AF65-F5344CB8AC3E}">
        <p14:creationId xmlns:p14="http://schemas.microsoft.com/office/powerpoint/2010/main" val="658421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12D2D9-15D5-DE1F-8D15-4E50D2402F04}"/>
              </a:ext>
            </a:extLst>
          </p:cNvPr>
          <p:cNvSpPr txBox="1"/>
          <p:nvPr/>
        </p:nvSpPr>
        <p:spPr>
          <a:xfrm>
            <a:off x="257175" y="71071"/>
            <a:ext cx="475409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西乐葆</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grpSp>
        <p:nvGrpSpPr>
          <p:cNvPr id="5" name="Group 4">
            <a:extLst>
              <a:ext uri="{FF2B5EF4-FFF2-40B4-BE49-F238E27FC236}">
                <a16:creationId xmlns:a16="http://schemas.microsoft.com/office/drawing/2014/main" id="{2CA1E496-660F-8265-DE5C-13E03F217FA8}"/>
              </a:ext>
            </a:extLst>
          </p:cNvPr>
          <p:cNvGrpSpPr/>
          <p:nvPr/>
        </p:nvGrpSpPr>
        <p:grpSpPr>
          <a:xfrm>
            <a:off x="358789" y="4968643"/>
            <a:ext cx="1242255" cy="338554"/>
            <a:chOff x="10851742" y="6219402"/>
            <a:chExt cx="1242255" cy="338554"/>
          </a:xfrm>
        </p:grpSpPr>
        <p:grpSp>
          <p:nvGrpSpPr>
            <p:cNvPr id="6" name="Group 5">
              <a:extLst>
                <a:ext uri="{FF2B5EF4-FFF2-40B4-BE49-F238E27FC236}">
                  <a16:creationId xmlns:a16="http://schemas.microsoft.com/office/drawing/2014/main" id="{3F4D7B2D-ED5F-0497-FD4C-BBDE2D91CE86}"/>
                </a:ext>
              </a:extLst>
            </p:cNvPr>
            <p:cNvGrpSpPr/>
            <p:nvPr/>
          </p:nvGrpSpPr>
          <p:grpSpPr>
            <a:xfrm>
              <a:off x="10851742" y="6304983"/>
              <a:ext cx="271485" cy="249736"/>
              <a:chOff x="5962646" y="5298994"/>
              <a:chExt cx="323850" cy="304800"/>
            </a:xfrm>
            <a:solidFill>
              <a:srgbClr val="C00000"/>
            </a:solidFill>
          </p:grpSpPr>
          <p:sp>
            <p:nvSpPr>
              <p:cNvPr id="8" name="Oval 7">
                <a:extLst>
                  <a:ext uri="{FF2B5EF4-FFF2-40B4-BE49-F238E27FC236}">
                    <a16:creationId xmlns:a16="http://schemas.microsoft.com/office/drawing/2014/main" id="{8AE994D3-991A-90B9-4487-86C889FD67F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Flowchart: Process 8">
                <a:extLst>
                  <a:ext uri="{FF2B5EF4-FFF2-40B4-BE49-F238E27FC236}">
                    <a16:creationId xmlns:a16="http://schemas.microsoft.com/office/drawing/2014/main" id="{E58D3FC0-FE59-7D76-95B2-A1341A1ABA6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7" name="TextBox 6">
              <a:extLst>
                <a:ext uri="{FF2B5EF4-FFF2-40B4-BE49-F238E27FC236}">
                  <a16:creationId xmlns:a16="http://schemas.microsoft.com/office/drawing/2014/main" id="{6B28A858-3FFD-927F-06CB-07FBAD974E6F}"/>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61" name="Group 60">
            <a:extLst>
              <a:ext uri="{FF2B5EF4-FFF2-40B4-BE49-F238E27FC236}">
                <a16:creationId xmlns:a16="http://schemas.microsoft.com/office/drawing/2014/main" id="{F142A52F-00F9-CCC8-59F1-3E186BDF3415}"/>
              </a:ext>
            </a:extLst>
          </p:cNvPr>
          <p:cNvGrpSpPr/>
          <p:nvPr/>
        </p:nvGrpSpPr>
        <p:grpSpPr>
          <a:xfrm>
            <a:off x="116541" y="409625"/>
            <a:ext cx="11818284" cy="5560346"/>
            <a:chOff x="116541" y="409625"/>
            <a:chExt cx="11818284" cy="5560346"/>
          </a:xfrm>
        </p:grpSpPr>
        <p:grpSp>
          <p:nvGrpSpPr>
            <p:cNvPr id="2" name="Group 1">
              <a:extLst>
                <a:ext uri="{FF2B5EF4-FFF2-40B4-BE49-F238E27FC236}">
                  <a16:creationId xmlns:a16="http://schemas.microsoft.com/office/drawing/2014/main" id="{8B42888F-1867-8447-EB6C-DFAEAFCD1BF0}"/>
                </a:ext>
              </a:extLst>
            </p:cNvPr>
            <p:cNvGrpSpPr/>
            <p:nvPr/>
          </p:nvGrpSpPr>
          <p:grpSpPr>
            <a:xfrm>
              <a:off x="257175" y="409625"/>
              <a:ext cx="11677650" cy="5560346"/>
              <a:chOff x="257174" y="786898"/>
              <a:chExt cx="11782425" cy="5284203"/>
            </a:xfrm>
          </p:grpSpPr>
          <p:pic>
            <p:nvPicPr>
              <p:cNvPr id="12" name="Picture 11" descr="A screenshot of a computer screen&#10;&#10;AI-generated content may be incorrect.">
                <a:extLst>
                  <a:ext uri="{FF2B5EF4-FFF2-40B4-BE49-F238E27FC236}">
                    <a16:creationId xmlns:a16="http://schemas.microsoft.com/office/drawing/2014/main" id="{74CEF7B9-86EF-FC29-322C-4BAE8ADE93A5}"/>
                  </a:ext>
                </a:extLst>
              </p:cNvPr>
              <p:cNvPicPr>
                <a:picLocks noChangeAspect="1"/>
              </p:cNvPicPr>
              <p:nvPr/>
            </p:nvPicPr>
            <p:blipFill>
              <a:blip r:embed="rId2">
                <a:extLst>
                  <a:ext uri="{28A0092B-C50C-407E-A947-70E740481C1C}">
                    <a14:useLocalDpi xmlns:a14="http://schemas.microsoft.com/office/drawing/2010/main" val="0"/>
                  </a:ext>
                </a:extLst>
              </a:blip>
              <a:srcRect l="2110" r="1250"/>
              <a:stretch>
                <a:fillRect/>
              </a:stretch>
            </p:blipFill>
            <p:spPr>
              <a:xfrm>
                <a:off x="257174" y="786898"/>
                <a:ext cx="11782425" cy="5284203"/>
              </a:xfrm>
              <a:prstGeom prst="rect">
                <a:avLst/>
              </a:prstGeom>
            </p:spPr>
          </p:pic>
          <p:grpSp>
            <p:nvGrpSpPr>
              <p:cNvPr id="13" name="Group 12">
                <a:extLst>
                  <a:ext uri="{FF2B5EF4-FFF2-40B4-BE49-F238E27FC236}">
                    <a16:creationId xmlns:a16="http://schemas.microsoft.com/office/drawing/2014/main" id="{1955CDDF-5465-ACF3-9310-5A30DEE5E412}"/>
                  </a:ext>
                </a:extLst>
              </p:cNvPr>
              <p:cNvGrpSpPr/>
              <p:nvPr/>
            </p:nvGrpSpPr>
            <p:grpSpPr>
              <a:xfrm>
                <a:off x="1178970" y="2609109"/>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B15C9E59-16E6-9AFD-FDE6-4B1B631E12E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501475E9-E178-250A-401E-37C02EB819A8}"/>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E41DEEF2-F348-97DD-2B9E-7CB0998C8E45}"/>
                  </a:ext>
                </a:extLst>
              </p:cNvPr>
              <p:cNvGrpSpPr/>
              <p:nvPr/>
            </p:nvGrpSpPr>
            <p:grpSpPr>
              <a:xfrm>
                <a:off x="1940970" y="33041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7A6AEBCD-3458-77A6-9383-615C5D423EC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43E0DFCA-7385-3A0B-7724-C9F621B0761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 name="Group 18">
                <a:extLst>
                  <a:ext uri="{FF2B5EF4-FFF2-40B4-BE49-F238E27FC236}">
                    <a16:creationId xmlns:a16="http://schemas.microsoft.com/office/drawing/2014/main" id="{B16AA027-BF71-F495-50AC-4199B2801A6F}"/>
                  </a:ext>
                </a:extLst>
              </p:cNvPr>
              <p:cNvGrpSpPr/>
              <p:nvPr/>
            </p:nvGrpSpPr>
            <p:grpSpPr>
              <a:xfrm>
                <a:off x="2702970" y="3175342"/>
                <a:ext cx="271485" cy="249736"/>
                <a:chOff x="5962646" y="5298994"/>
                <a:chExt cx="323850" cy="304800"/>
              </a:xfrm>
              <a:solidFill>
                <a:srgbClr val="C00000"/>
              </a:solidFill>
            </p:grpSpPr>
            <p:sp>
              <p:nvSpPr>
                <p:cNvPr id="20" name="Oval 19">
                  <a:extLst>
                    <a:ext uri="{FF2B5EF4-FFF2-40B4-BE49-F238E27FC236}">
                      <a16:creationId xmlns:a16="http://schemas.microsoft.com/office/drawing/2014/main" id="{386E1D9E-1DD8-8B6E-888C-50DAE3EF00FB}"/>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1" name="Flowchart: Process 20">
                  <a:extLst>
                    <a:ext uri="{FF2B5EF4-FFF2-40B4-BE49-F238E27FC236}">
                      <a16:creationId xmlns:a16="http://schemas.microsoft.com/office/drawing/2014/main" id="{6D152EB6-5EC9-3B42-86D9-209440CE8009}"/>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 name="Group 21">
                <a:extLst>
                  <a:ext uri="{FF2B5EF4-FFF2-40B4-BE49-F238E27FC236}">
                    <a16:creationId xmlns:a16="http://schemas.microsoft.com/office/drawing/2014/main" id="{C32A9657-3F14-8610-C57C-C82BA2E0BA7A}"/>
                  </a:ext>
                </a:extLst>
              </p:cNvPr>
              <p:cNvGrpSpPr/>
              <p:nvPr/>
            </p:nvGrpSpPr>
            <p:grpSpPr>
              <a:xfrm>
                <a:off x="3586890" y="1956142"/>
                <a:ext cx="271485" cy="249736"/>
                <a:chOff x="5962646" y="5298994"/>
                <a:chExt cx="323850" cy="304800"/>
              </a:xfrm>
              <a:solidFill>
                <a:srgbClr val="C00000"/>
              </a:solidFill>
            </p:grpSpPr>
            <p:sp>
              <p:nvSpPr>
                <p:cNvPr id="23" name="Oval 22">
                  <a:extLst>
                    <a:ext uri="{FF2B5EF4-FFF2-40B4-BE49-F238E27FC236}">
                      <a16:creationId xmlns:a16="http://schemas.microsoft.com/office/drawing/2014/main" id="{BEA7A41E-8E10-591B-0F18-2AC9B05DCE2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Flowchart: Process 23">
                  <a:extLst>
                    <a:ext uri="{FF2B5EF4-FFF2-40B4-BE49-F238E27FC236}">
                      <a16:creationId xmlns:a16="http://schemas.microsoft.com/office/drawing/2014/main" id="{DDA90617-7026-FE29-1819-08009D977AA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5" name="Group 24">
                <a:extLst>
                  <a:ext uri="{FF2B5EF4-FFF2-40B4-BE49-F238E27FC236}">
                    <a16:creationId xmlns:a16="http://schemas.microsoft.com/office/drawing/2014/main" id="{221FC2CF-AB05-C53D-3C11-140DAA23F10E}"/>
                  </a:ext>
                </a:extLst>
              </p:cNvPr>
              <p:cNvGrpSpPr/>
              <p:nvPr/>
            </p:nvGrpSpPr>
            <p:grpSpPr>
              <a:xfrm>
                <a:off x="8204610" y="3199412"/>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FA776F70-13BA-F237-DF70-59CF67A5C53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73F54A84-2BA2-E4CE-14F1-C10E797FBD4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8" name="Group 27">
                <a:extLst>
                  <a:ext uri="{FF2B5EF4-FFF2-40B4-BE49-F238E27FC236}">
                    <a16:creationId xmlns:a16="http://schemas.microsoft.com/office/drawing/2014/main" id="{7DDD89AE-256F-12FB-AE39-4CE1699289EB}"/>
                  </a:ext>
                </a:extLst>
              </p:cNvPr>
              <p:cNvGrpSpPr/>
              <p:nvPr/>
            </p:nvGrpSpPr>
            <p:grpSpPr>
              <a:xfrm>
                <a:off x="6551070" y="2067620"/>
                <a:ext cx="271485" cy="249736"/>
                <a:chOff x="5962646" y="5298994"/>
                <a:chExt cx="323850" cy="304800"/>
              </a:xfrm>
              <a:solidFill>
                <a:srgbClr val="C00000"/>
              </a:solidFill>
            </p:grpSpPr>
            <p:sp>
              <p:nvSpPr>
                <p:cNvPr id="29" name="Oval 28">
                  <a:extLst>
                    <a:ext uri="{FF2B5EF4-FFF2-40B4-BE49-F238E27FC236}">
                      <a16:creationId xmlns:a16="http://schemas.microsoft.com/office/drawing/2014/main" id="{9BAFEF0E-8841-6443-04E3-C9D039F4CF5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Flowchart: Process 29">
                  <a:extLst>
                    <a:ext uri="{FF2B5EF4-FFF2-40B4-BE49-F238E27FC236}">
                      <a16:creationId xmlns:a16="http://schemas.microsoft.com/office/drawing/2014/main" id="{04006A61-BFDF-1280-B77B-853A2DCB6E9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3224287F-27F2-0BE2-6586-D0887B35EEFC}"/>
                  </a:ext>
                </a:extLst>
              </p:cNvPr>
              <p:cNvGrpSpPr/>
              <p:nvPr/>
            </p:nvGrpSpPr>
            <p:grpSpPr>
              <a:xfrm>
                <a:off x="7889445" y="2143427"/>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1A188789-1F3D-077B-2D84-3541310EA7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9E7C8111-5ABD-BBA9-370C-FE6244146F3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981D4711-95E9-FD96-78B0-98388095FD45}"/>
                  </a:ext>
                </a:extLst>
              </p:cNvPr>
              <p:cNvGrpSpPr/>
              <p:nvPr/>
            </p:nvGrpSpPr>
            <p:grpSpPr>
              <a:xfrm>
                <a:off x="7854869" y="3921088"/>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0DAF707F-1F6A-9573-4BCA-B95A41E2954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EC6A25BB-3507-1821-1711-3B9E0161C06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0" name="Group 39">
                <a:extLst>
                  <a:ext uri="{FF2B5EF4-FFF2-40B4-BE49-F238E27FC236}">
                    <a16:creationId xmlns:a16="http://schemas.microsoft.com/office/drawing/2014/main" id="{47132860-4A8B-6DF1-6415-FC1EB54154B9}"/>
                  </a:ext>
                </a:extLst>
              </p:cNvPr>
              <p:cNvGrpSpPr/>
              <p:nvPr/>
            </p:nvGrpSpPr>
            <p:grpSpPr>
              <a:xfrm>
                <a:off x="9256949" y="3449148"/>
                <a:ext cx="271485" cy="249736"/>
                <a:chOff x="5962646" y="5298994"/>
                <a:chExt cx="323850" cy="304800"/>
              </a:xfrm>
              <a:solidFill>
                <a:srgbClr val="C00000"/>
              </a:solidFill>
            </p:grpSpPr>
            <p:sp>
              <p:nvSpPr>
                <p:cNvPr id="41" name="Oval 40">
                  <a:extLst>
                    <a:ext uri="{FF2B5EF4-FFF2-40B4-BE49-F238E27FC236}">
                      <a16:creationId xmlns:a16="http://schemas.microsoft.com/office/drawing/2014/main" id="{0E751229-BADC-B966-DD6E-CB3966EC706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 name="Flowchart: Process 41">
                  <a:extLst>
                    <a:ext uri="{FF2B5EF4-FFF2-40B4-BE49-F238E27FC236}">
                      <a16:creationId xmlns:a16="http://schemas.microsoft.com/office/drawing/2014/main" id="{E4FC9D26-E831-5242-3460-A193324021E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10" name="Rectangle 9">
              <a:extLst>
                <a:ext uri="{FF2B5EF4-FFF2-40B4-BE49-F238E27FC236}">
                  <a16:creationId xmlns:a16="http://schemas.microsoft.com/office/drawing/2014/main" id="{A3327696-9A62-B49E-A1BB-4631F3866521}"/>
                </a:ext>
              </a:extLst>
            </p:cNvPr>
            <p:cNvSpPr/>
            <p:nvPr/>
          </p:nvSpPr>
          <p:spPr>
            <a:xfrm>
              <a:off x="2195069" y="4445472"/>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31" name="Freeform: Shape 30">
              <a:extLst>
                <a:ext uri="{FF2B5EF4-FFF2-40B4-BE49-F238E27FC236}">
                  <a16:creationId xmlns:a16="http://schemas.microsoft.com/office/drawing/2014/main" id="{98460847-CEBF-E5D0-9AA1-809126FA5E81}"/>
                </a:ext>
              </a:extLst>
            </p:cNvPr>
            <p:cNvSpPr/>
            <p:nvPr/>
          </p:nvSpPr>
          <p:spPr>
            <a:xfrm>
              <a:off x="3854824" y="4840941"/>
              <a:ext cx="5871882" cy="340659"/>
            </a:xfrm>
            <a:custGeom>
              <a:avLst/>
              <a:gdLst>
                <a:gd name="connsiteX0" fmla="*/ 5871882 w 5871882"/>
                <a:gd name="connsiteY0" fmla="*/ 0 h 340659"/>
                <a:gd name="connsiteX1" fmla="*/ 4966447 w 5871882"/>
                <a:gd name="connsiteY1" fmla="*/ 89647 h 340659"/>
                <a:gd name="connsiteX2" fmla="*/ 4231341 w 5871882"/>
                <a:gd name="connsiteY2" fmla="*/ 134471 h 340659"/>
                <a:gd name="connsiteX3" fmla="*/ 3621741 w 5871882"/>
                <a:gd name="connsiteY3" fmla="*/ 206188 h 340659"/>
                <a:gd name="connsiteX4" fmla="*/ 3128682 w 5871882"/>
                <a:gd name="connsiteY4" fmla="*/ 233083 h 340659"/>
                <a:gd name="connsiteX5" fmla="*/ 2725270 w 5871882"/>
                <a:gd name="connsiteY5" fmla="*/ 286871 h 340659"/>
                <a:gd name="connsiteX6" fmla="*/ 2250141 w 5871882"/>
                <a:gd name="connsiteY6" fmla="*/ 313765 h 340659"/>
                <a:gd name="connsiteX7" fmla="*/ 1927411 w 5871882"/>
                <a:gd name="connsiteY7" fmla="*/ 340659 h 340659"/>
                <a:gd name="connsiteX8" fmla="*/ 753035 w 5871882"/>
                <a:gd name="connsiteY8" fmla="*/ 304800 h 340659"/>
                <a:gd name="connsiteX9" fmla="*/ 636494 w 5871882"/>
                <a:gd name="connsiteY9" fmla="*/ 277906 h 340659"/>
                <a:gd name="connsiteX10" fmla="*/ 421341 w 5871882"/>
                <a:gd name="connsiteY10" fmla="*/ 206188 h 340659"/>
                <a:gd name="connsiteX11" fmla="*/ 259976 w 5871882"/>
                <a:gd name="connsiteY11" fmla="*/ 152400 h 340659"/>
                <a:gd name="connsiteX12" fmla="*/ 206188 w 5871882"/>
                <a:gd name="connsiteY12" fmla="*/ 116541 h 340659"/>
                <a:gd name="connsiteX13" fmla="*/ 62752 w 5871882"/>
                <a:gd name="connsiteY13" fmla="*/ 35859 h 340659"/>
                <a:gd name="connsiteX14" fmla="*/ 0 w 5871882"/>
                <a:gd name="connsiteY14" fmla="*/ 17930 h 34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1882" h="340659">
                  <a:moveTo>
                    <a:pt x="5871882" y="0"/>
                  </a:moveTo>
                  <a:cubicBezTo>
                    <a:pt x="5554529" y="52894"/>
                    <a:pt x="5558388" y="53553"/>
                    <a:pt x="4966447" y="89647"/>
                  </a:cubicBezTo>
                  <a:lnTo>
                    <a:pt x="4231341" y="134471"/>
                  </a:lnTo>
                  <a:cubicBezTo>
                    <a:pt x="3429879" y="195600"/>
                    <a:pt x="4356967" y="143881"/>
                    <a:pt x="3621741" y="206188"/>
                  </a:cubicBezTo>
                  <a:cubicBezTo>
                    <a:pt x="3160244" y="245298"/>
                    <a:pt x="3601135" y="181307"/>
                    <a:pt x="3128682" y="233083"/>
                  </a:cubicBezTo>
                  <a:cubicBezTo>
                    <a:pt x="2993829" y="247862"/>
                    <a:pt x="2860362" y="274465"/>
                    <a:pt x="2725270" y="286871"/>
                  </a:cubicBezTo>
                  <a:cubicBezTo>
                    <a:pt x="2567305" y="301378"/>
                    <a:pt x="2408412" y="303095"/>
                    <a:pt x="2250141" y="313765"/>
                  </a:cubicBezTo>
                  <a:cubicBezTo>
                    <a:pt x="2142436" y="321026"/>
                    <a:pt x="2034988" y="331694"/>
                    <a:pt x="1927411" y="340659"/>
                  </a:cubicBezTo>
                  <a:cubicBezTo>
                    <a:pt x="1923237" y="340577"/>
                    <a:pt x="1033047" y="338135"/>
                    <a:pt x="753035" y="304800"/>
                  </a:cubicBezTo>
                  <a:cubicBezTo>
                    <a:pt x="713447" y="300087"/>
                    <a:pt x="675172" y="287575"/>
                    <a:pt x="636494" y="277906"/>
                  </a:cubicBezTo>
                  <a:cubicBezTo>
                    <a:pt x="493315" y="242111"/>
                    <a:pt x="575073" y="260738"/>
                    <a:pt x="421341" y="206188"/>
                  </a:cubicBezTo>
                  <a:cubicBezTo>
                    <a:pt x="367907" y="187228"/>
                    <a:pt x="307151" y="183851"/>
                    <a:pt x="259976" y="152400"/>
                  </a:cubicBezTo>
                  <a:cubicBezTo>
                    <a:pt x="242047" y="140447"/>
                    <a:pt x="224740" y="127503"/>
                    <a:pt x="206188" y="116541"/>
                  </a:cubicBezTo>
                  <a:cubicBezTo>
                    <a:pt x="158960" y="88634"/>
                    <a:pt x="108396" y="66288"/>
                    <a:pt x="62752" y="35859"/>
                  </a:cubicBezTo>
                  <a:cubicBezTo>
                    <a:pt x="25913" y="11300"/>
                    <a:pt x="46632" y="17930"/>
                    <a:pt x="0" y="1793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Shape 31">
              <a:extLst>
                <a:ext uri="{FF2B5EF4-FFF2-40B4-BE49-F238E27FC236}">
                  <a16:creationId xmlns:a16="http://schemas.microsoft.com/office/drawing/2014/main" id="{BC98B79A-8DEB-DC4F-BA9E-5F724FB15D03}"/>
                </a:ext>
              </a:extLst>
            </p:cNvPr>
            <p:cNvSpPr/>
            <p:nvPr/>
          </p:nvSpPr>
          <p:spPr>
            <a:xfrm>
              <a:off x="3164540" y="2366682"/>
              <a:ext cx="2725272" cy="2105685"/>
            </a:xfrm>
            <a:custGeom>
              <a:avLst/>
              <a:gdLst>
                <a:gd name="connsiteX0" fmla="*/ 2743723 w 2743723"/>
                <a:gd name="connsiteY0" fmla="*/ 0 h 2070847"/>
                <a:gd name="connsiteX1" fmla="*/ 2698899 w 2743723"/>
                <a:gd name="connsiteY1" fmla="*/ 161365 h 2070847"/>
                <a:gd name="connsiteX2" fmla="*/ 2555464 w 2743723"/>
                <a:gd name="connsiteY2" fmla="*/ 376518 h 2070847"/>
                <a:gd name="connsiteX3" fmla="*/ 2376170 w 2743723"/>
                <a:gd name="connsiteY3" fmla="*/ 582706 h 2070847"/>
                <a:gd name="connsiteX4" fmla="*/ 2169982 w 2743723"/>
                <a:gd name="connsiteY4" fmla="*/ 779930 h 2070847"/>
                <a:gd name="connsiteX5" fmla="*/ 1918970 w 2743723"/>
                <a:gd name="connsiteY5" fmla="*/ 986118 h 2070847"/>
                <a:gd name="connsiteX6" fmla="*/ 1632099 w 2743723"/>
                <a:gd name="connsiteY6" fmla="*/ 1138518 h 2070847"/>
                <a:gd name="connsiteX7" fmla="*/ 1237652 w 2743723"/>
                <a:gd name="connsiteY7" fmla="*/ 1326777 h 2070847"/>
                <a:gd name="connsiteX8" fmla="*/ 1112146 w 2743723"/>
                <a:gd name="connsiteY8" fmla="*/ 1398494 h 2070847"/>
                <a:gd name="connsiteX9" fmla="*/ 681840 w 2743723"/>
                <a:gd name="connsiteY9" fmla="*/ 1595718 h 2070847"/>
                <a:gd name="connsiteX10" fmla="*/ 412899 w 2743723"/>
                <a:gd name="connsiteY10" fmla="*/ 1703294 h 2070847"/>
                <a:gd name="connsiteX11" fmla="*/ 269464 w 2743723"/>
                <a:gd name="connsiteY11" fmla="*/ 1801906 h 2070847"/>
                <a:gd name="connsiteX12" fmla="*/ 90170 w 2743723"/>
                <a:gd name="connsiteY12" fmla="*/ 1918447 h 2070847"/>
                <a:gd name="connsiteX13" fmla="*/ 36382 w 2743723"/>
                <a:gd name="connsiteY13" fmla="*/ 1990165 h 2070847"/>
                <a:gd name="connsiteX14" fmla="*/ 9487 w 2743723"/>
                <a:gd name="connsiteY14" fmla="*/ 2008094 h 2070847"/>
                <a:gd name="connsiteX15" fmla="*/ 523 w 2743723"/>
                <a:gd name="connsiteY15" fmla="*/ 2070847 h 207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723" h="2070847">
                  <a:moveTo>
                    <a:pt x="2743723" y="0"/>
                  </a:moveTo>
                  <a:cubicBezTo>
                    <a:pt x="2733508" y="51072"/>
                    <a:pt x="2721310" y="119905"/>
                    <a:pt x="2698899" y="161365"/>
                  </a:cubicBezTo>
                  <a:cubicBezTo>
                    <a:pt x="2657912" y="237190"/>
                    <a:pt x="2604136" y="305382"/>
                    <a:pt x="2555464" y="376518"/>
                  </a:cubicBezTo>
                  <a:cubicBezTo>
                    <a:pt x="2443432" y="540258"/>
                    <a:pt x="2503263" y="463315"/>
                    <a:pt x="2376170" y="582706"/>
                  </a:cubicBezTo>
                  <a:cubicBezTo>
                    <a:pt x="2306850" y="647825"/>
                    <a:pt x="2239075" y="714571"/>
                    <a:pt x="2169982" y="779930"/>
                  </a:cubicBezTo>
                  <a:cubicBezTo>
                    <a:pt x="2082430" y="862749"/>
                    <a:pt x="2022826" y="925159"/>
                    <a:pt x="1918970" y="986118"/>
                  </a:cubicBezTo>
                  <a:cubicBezTo>
                    <a:pt x="1825588" y="1040929"/>
                    <a:pt x="1728947" y="1090094"/>
                    <a:pt x="1632099" y="1138518"/>
                  </a:cubicBezTo>
                  <a:cubicBezTo>
                    <a:pt x="1501790" y="1203672"/>
                    <a:pt x="1364147" y="1254495"/>
                    <a:pt x="1237652" y="1326777"/>
                  </a:cubicBezTo>
                  <a:cubicBezTo>
                    <a:pt x="1195817" y="1350683"/>
                    <a:pt x="1155519" y="1377507"/>
                    <a:pt x="1112146" y="1398494"/>
                  </a:cubicBezTo>
                  <a:cubicBezTo>
                    <a:pt x="970116" y="1467218"/>
                    <a:pt x="826479" y="1532670"/>
                    <a:pt x="681840" y="1595718"/>
                  </a:cubicBezTo>
                  <a:cubicBezTo>
                    <a:pt x="593331" y="1634299"/>
                    <a:pt x="497301" y="1656403"/>
                    <a:pt x="412899" y="1703294"/>
                  </a:cubicBezTo>
                  <a:cubicBezTo>
                    <a:pt x="208532" y="1816833"/>
                    <a:pt x="444768" y="1678544"/>
                    <a:pt x="269464" y="1801906"/>
                  </a:cubicBezTo>
                  <a:cubicBezTo>
                    <a:pt x="211170" y="1842927"/>
                    <a:pt x="90170" y="1918447"/>
                    <a:pt x="90170" y="1918447"/>
                  </a:cubicBezTo>
                  <a:cubicBezTo>
                    <a:pt x="72241" y="1942353"/>
                    <a:pt x="56372" y="1967954"/>
                    <a:pt x="36382" y="1990165"/>
                  </a:cubicBezTo>
                  <a:cubicBezTo>
                    <a:pt x="29174" y="1998174"/>
                    <a:pt x="16218" y="1999681"/>
                    <a:pt x="9487" y="2008094"/>
                  </a:cubicBezTo>
                  <a:cubicBezTo>
                    <a:pt x="-3256" y="2024023"/>
                    <a:pt x="523" y="2053752"/>
                    <a:pt x="523" y="207084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Shape 43">
              <a:extLst>
                <a:ext uri="{FF2B5EF4-FFF2-40B4-BE49-F238E27FC236}">
                  <a16:creationId xmlns:a16="http://schemas.microsoft.com/office/drawing/2014/main" id="{21FDCCA9-AE1C-D2C3-4DD8-8553BFD153C2}"/>
                </a:ext>
              </a:extLst>
            </p:cNvPr>
            <p:cNvSpPr/>
            <p:nvPr/>
          </p:nvSpPr>
          <p:spPr>
            <a:xfrm>
              <a:off x="4087906" y="4625788"/>
              <a:ext cx="1228165" cy="197862"/>
            </a:xfrm>
            <a:custGeom>
              <a:avLst/>
              <a:gdLst>
                <a:gd name="connsiteX0" fmla="*/ 1228165 w 1228165"/>
                <a:gd name="connsiteY0" fmla="*/ 179294 h 197862"/>
                <a:gd name="connsiteX1" fmla="*/ 959223 w 1228165"/>
                <a:gd name="connsiteY1" fmla="*/ 197224 h 197862"/>
                <a:gd name="connsiteX2" fmla="*/ 824753 w 1228165"/>
                <a:gd name="connsiteY2" fmla="*/ 179294 h 197862"/>
                <a:gd name="connsiteX3" fmla="*/ 439270 w 1228165"/>
                <a:gd name="connsiteY3" fmla="*/ 170330 h 197862"/>
                <a:gd name="connsiteX4" fmla="*/ 286870 w 1228165"/>
                <a:gd name="connsiteY4" fmla="*/ 143436 h 197862"/>
                <a:gd name="connsiteX5" fmla="*/ 259976 w 1228165"/>
                <a:gd name="connsiteY5" fmla="*/ 125506 h 197862"/>
                <a:gd name="connsiteX6" fmla="*/ 125506 w 1228165"/>
                <a:gd name="connsiteY6" fmla="*/ 89647 h 197862"/>
                <a:gd name="connsiteX7" fmla="*/ 62753 w 1228165"/>
                <a:gd name="connsiteY7" fmla="*/ 44824 h 197862"/>
                <a:gd name="connsiteX8" fmla="*/ 35859 w 1228165"/>
                <a:gd name="connsiteY8" fmla="*/ 26894 h 197862"/>
                <a:gd name="connsiteX9" fmla="*/ 0 w 1228165"/>
                <a:gd name="connsiteY9" fmla="*/ 0 h 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165" h="197862">
                  <a:moveTo>
                    <a:pt x="1228165" y="179294"/>
                  </a:moveTo>
                  <a:cubicBezTo>
                    <a:pt x="1129770" y="191594"/>
                    <a:pt x="1075009" y="200353"/>
                    <a:pt x="959223" y="197224"/>
                  </a:cubicBezTo>
                  <a:cubicBezTo>
                    <a:pt x="914019" y="196002"/>
                    <a:pt x="869913" y="181630"/>
                    <a:pt x="824753" y="179294"/>
                  </a:cubicBezTo>
                  <a:cubicBezTo>
                    <a:pt x="696396" y="172655"/>
                    <a:pt x="567764" y="173318"/>
                    <a:pt x="439270" y="170330"/>
                  </a:cubicBezTo>
                  <a:cubicBezTo>
                    <a:pt x="388470" y="161365"/>
                    <a:pt x="336915" y="155947"/>
                    <a:pt x="286870" y="143436"/>
                  </a:cubicBezTo>
                  <a:cubicBezTo>
                    <a:pt x="276417" y="140823"/>
                    <a:pt x="269980" y="129507"/>
                    <a:pt x="259976" y="125506"/>
                  </a:cubicBezTo>
                  <a:cubicBezTo>
                    <a:pt x="239402" y="117276"/>
                    <a:pt x="143714" y="94199"/>
                    <a:pt x="125506" y="89647"/>
                  </a:cubicBezTo>
                  <a:cubicBezTo>
                    <a:pt x="62144" y="47406"/>
                    <a:pt x="140564" y="100404"/>
                    <a:pt x="62753" y="44824"/>
                  </a:cubicBezTo>
                  <a:cubicBezTo>
                    <a:pt x="53986" y="38562"/>
                    <a:pt x="45496" y="31712"/>
                    <a:pt x="35859" y="26894"/>
                  </a:cubicBezTo>
                  <a:cubicBezTo>
                    <a:pt x="-1067" y="8431"/>
                    <a:pt x="15803" y="31605"/>
                    <a:pt x="0" y="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Shape 45">
              <a:extLst>
                <a:ext uri="{FF2B5EF4-FFF2-40B4-BE49-F238E27FC236}">
                  <a16:creationId xmlns:a16="http://schemas.microsoft.com/office/drawing/2014/main" id="{9132FD67-596E-9721-950B-D4C9580DF510}"/>
                </a:ext>
              </a:extLst>
            </p:cNvPr>
            <p:cNvSpPr/>
            <p:nvPr/>
          </p:nvSpPr>
          <p:spPr>
            <a:xfrm>
              <a:off x="3397624" y="4858871"/>
              <a:ext cx="1039905" cy="618564"/>
            </a:xfrm>
            <a:custGeom>
              <a:avLst/>
              <a:gdLst>
                <a:gd name="connsiteX0" fmla="*/ 1039905 w 1039905"/>
                <a:gd name="connsiteY0" fmla="*/ 618564 h 618564"/>
                <a:gd name="connsiteX1" fmla="*/ 573741 w 1039905"/>
                <a:gd name="connsiteY1" fmla="*/ 430305 h 618564"/>
                <a:gd name="connsiteX2" fmla="*/ 394447 w 1039905"/>
                <a:gd name="connsiteY2" fmla="*/ 358588 h 618564"/>
                <a:gd name="connsiteX3" fmla="*/ 188258 w 1039905"/>
                <a:gd name="connsiteY3" fmla="*/ 215153 h 618564"/>
                <a:gd name="connsiteX4" fmla="*/ 89647 w 1039905"/>
                <a:gd name="connsiteY4" fmla="*/ 116541 h 618564"/>
                <a:gd name="connsiteX5" fmla="*/ 71717 w 1039905"/>
                <a:gd name="connsiteY5" fmla="*/ 89647 h 618564"/>
                <a:gd name="connsiteX6" fmla="*/ 44823 w 1039905"/>
                <a:gd name="connsiteY6" fmla="*/ 62753 h 618564"/>
                <a:gd name="connsiteX7" fmla="*/ 0 w 1039905"/>
                <a:gd name="connsiteY7" fmla="*/ 0 h 61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905" h="618564">
                  <a:moveTo>
                    <a:pt x="1039905" y="618564"/>
                  </a:moveTo>
                  <a:cubicBezTo>
                    <a:pt x="453424" y="405299"/>
                    <a:pt x="977566" y="606332"/>
                    <a:pt x="573741" y="430305"/>
                  </a:cubicBezTo>
                  <a:cubicBezTo>
                    <a:pt x="514735" y="404584"/>
                    <a:pt x="452777" y="385808"/>
                    <a:pt x="394447" y="358588"/>
                  </a:cubicBezTo>
                  <a:cubicBezTo>
                    <a:pt x="332322" y="329596"/>
                    <a:pt x="234609" y="255710"/>
                    <a:pt x="188258" y="215153"/>
                  </a:cubicBezTo>
                  <a:cubicBezTo>
                    <a:pt x="153274" y="184542"/>
                    <a:pt x="115433" y="155219"/>
                    <a:pt x="89647" y="116541"/>
                  </a:cubicBezTo>
                  <a:cubicBezTo>
                    <a:pt x="83670" y="107576"/>
                    <a:pt x="78615" y="97924"/>
                    <a:pt x="71717" y="89647"/>
                  </a:cubicBezTo>
                  <a:cubicBezTo>
                    <a:pt x="63601" y="79908"/>
                    <a:pt x="53074" y="72379"/>
                    <a:pt x="44823" y="62753"/>
                  </a:cubicBezTo>
                  <a:cubicBezTo>
                    <a:pt x="28143" y="43293"/>
                    <a:pt x="14190" y="21285"/>
                    <a:pt x="0" y="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Shape 49">
              <a:extLst>
                <a:ext uri="{FF2B5EF4-FFF2-40B4-BE49-F238E27FC236}">
                  <a16:creationId xmlns:a16="http://schemas.microsoft.com/office/drawing/2014/main" id="{1B659CF2-1E3B-9DC5-A43D-5CAFF411BBC8}"/>
                </a:ext>
              </a:extLst>
            </p:cNvPr>
            <p:cNvSpPr/>
            <p:nvPr/>
          </p:nvSpPr>
          <p:spPr>
            <a:xfrm>
              <a:off x="4096871" y="4123765"/>
              <a:ext cx="3272117" cy="493059"/>
            </a:xfrm>
            <a:custGeom>
              <a:avLst/>
              <a:gdLst>
                <a:gd name="connsiteX0" fmla="*/ 3272117 w 3272117"/>
                <a:gd name="connsiteY0" fmla="*/ 0 h 493059"/>
                <a:gd name="connsiteX1" fmla="*/ 2868705 w 3272117"/>
                <a:gd name="connsiteY1" fmla="*/ 8964 h 493059"/>
                <a:gd name="connsiteX2" fmla="*/ 2420470 w 3272117"/>
                <a:gd name="connsiteY2" fmla="*/ 53788 h 493059"/>
                <a:gd name="connsiteX3" fmla="*/ 1990164 w 3272117"/>
                <a:gd name="connsiteY3" fmla="*/ 89647 h 493059"/>
                <a:gd name="connsiteX4" fmla="*/ 1757082 w 3272117"/>
                <a:gd name="connsiteY4" fmla="*/ 125506 h 493059"/>
                <a:gd name="connsiteX5" fmla="*/ 1595717 w 3272117"/>
                <a:gd name="connsiteY5" fmla="*/ 143435 h 493059"/>
                <a:gd name="connsiteX6" fmla="*/ 1156447 w 3272117"/>
                <a:gd name="connsiteY6" fmla="*/ 197223 h 493059"/>
                <a:gd name="connsiteX7" fmla="*/ 1021976 w 3272117"/>
                <a:gd name="connsiteY7" fmla="*/ 215153 h 493059"/>
                <a:gd name="connsiteX8" fmla="*/ 932329 w 3272117"/>
                <a:gd name="connsiteY8" fmla="*/ 233082 h 493059"/>
                <a:gd name="connsiteX9" fmla="*/ 708211 w 3272117"/>
                <a:gd name="connsiteY9" fmla="*/ 268941 h 493059"/>
                <a:gd name="connsiteX10" fmla="*/ 654423 w 3272117"/>
                <a:gd name="connsiteY10" fmla="*/ 286870 h 493059"/>
                <a:gd name="connsiteX11" fmla="*/ 609600 w 3272117"/>
                <a:gd name="connsiteY11" fmla="*/ 295835 h 493059"/>
                <a:gd name="connsiteX12" fmla="*/ 502023 w 3272117"/>
                <a:gd name="connsiteY12" fmla="*/ 322729 h 493059"/>
                <a:gd name="connsiteX13" fmla="*/ 349623 w 3272117"/>
                <a:gd name="connsiteY13" fmla="*/ 340659 h 493059"/>
                <a:gd name="connsiteX14" fmla="*/ 242047 w 3272117"/>
                <a:gd name="connsiteY14" fmla="*/ 385482 h 493059"/>
                <a:gd name="connsiteX15" fmla="*/ 179294 w 3272117"/>
                <a:gd name="connsiteY15" fmla="*/ 421341 h 493059"/>
                <a:gd name="connsiteX16" fmla="*/ 89647 w 3272117"/>
                <a:gd name="connsiteY16" fmla="*/ 448235 h 493059"/>
                <a:gd name="connsiteX17" fmla="*/ 44823 w 3272117"/>
                <a:gd name="connsiteY17" fmla="*/ 466164 h 493059"/>
                <a:gd name="connsiteX18" fmla="*/ 17929 w 3272117"/>
                <a:gd name="connsiteY18" fmla="*/ 484094 h 493059"/>
                <a:gd name="connsiteX19" fmla="*/ 0 w 3272117"/>
                <a:gd name="connsiteY19" fmla="*/ 493059 h 49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72117" h="493059">
                  <a:moveTo>
                    <a:pt x="3272117" y="0"/>
                  </a:moveTo>
                  <a:cubicBezTo>
                    <a:pt x="3137646" y="2988"/>
                    <a:pt x="3002941" y="486"/>
                    <a:pt x="2868705" y="8964"/>
                  </a:cubicBezTo>
                  <a:cubicBezTo>
                    <a:pt x="2718847" y="18429"/>
                    <a:pt x="2569950" y="39552"/>
                    <a:pt x="2420470" y="53788"/>
                  </a:cubicBezTo>
                  <a:cubicBezTo>
                    <a:pt x="2175846" y="77086"/>
                    <a:pt x="2175480" y="76410"/>
                    <a:pt x="1990164" y="89647"/>
                  </a:cubicBezTo>
                  <a:lnTo>
                    <a:pt x="1757082" y="125506"/>
                  </a:lnTo>
                  <a:cubicBezTo>
                    <a:pt x="1703459" y="132818"/>
                    <a:pt x="1649455" y="137019"/>
                    <a:pt x="1595717" y="143435"/>
                  </a:cubicBezTo>
                  <a:lnTo>
                    <a:pt x="1156447" y="197223"/>
                  </a:lnTo>
                  <a:cubicBezTo>
                    <a:pt x="1111623" y="203200"/>
                    <a:pt x="1066628" y="208009"/>
                    <a:pt x="1021976" y="215153"/>
                  </a:cubicBezTo>
                  <a:cubicBezTo>
                    <a:pt x="991885" y="219968"/>
                    <a:pt x="962420" y="228267"/>
                    <a:pt x="932329" y="233082"/>
                  </a:cubicBezTo>
                  <a:cubicBezTo>
                    <a:pt x="829302" y="249566"/>
                    <a:pt x="800653" y="245830"/>
                    <a:pt x="708211" y="268941"/>
                  </a:cubicBezTo>
                  <a:cubicBezTo>
                    <a:pt x="689876" y="273525"/>
                    <a:pt x="672656" y="281897"/>
                    <a:pt x="654423" y="286870"/>
                  </a:cubicBezTo>
                  <a:cubicBezTo>
                    <a:pt x="639723" y="290879"/>
                    <a:pt x="624432" y="292345"/>
                    <a:pt x="609600" y="295835"/>
                  </a:cubicBezTo>
                  <a:cubicBezTo>
                    <a:pt x="573620" y="304301"/>
                    <a:pt x="538448" y="316449"/>
                    <a:pt x="502023" y="322729"/>
                  </a:cubicBezTo>
                  <a:cubicBezTo>
                    <a:pt x="451616" y="331420"/>
                    <a:pt x="400423" y="334682"/>
                    <a:pt x="349623" y="340659"/>
                  </a:cubicBezTo>
                  <a:cubicBezTo>
                    <a:pt x="233080" y="410586"/>
                    <a:pt x="387809" y="323013"/>
                    <a:pt x="242047" y="385482"/>
                  </a:cubicBezTo>
                  <a:cubicBezTo>
                    <a:pt x="219903" y="394972"/>
                    <a:pt x="201571" y="412168"/>
                    <a:pt x="179294" y="421341"/>
                  </a:cubicBezTo>
                  <a:cubicBezTo>
                    <a:pt x="150446" y="433220"/>
                    <a:pt x="119244" y="438369"/>
                    <a:pt x="89647" y="448235"/>
                  </a:cubicBezTo>
                  <a:cubicBezTo>
                    <a:pt x="74381" y="453324"/>
                    <a:pt x="59216" y="458967"/>
                    <a:pt x="44823" y="466164"/>
                  </a:cubicBezTo>
                  <a:cubicBezTo>
                    <a:pt x="35186" y="470982"/>
                    <a:pt x="27168" y="478550"/>
                    <a:pt x="17929" y="484094"/>
                  </a:cubicBezTo>
                  <a:cubicBezTo>
                    <a:pt x="12199" y="487532"/>
                    <a:pt x="5976" y="490071"/>
                    <a:pt x="0" y="49305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Shape 57">
              <a:extLst>
                <a:ext uri="{FF2B5EF4-FFF2-40B4-BE49-F238E27FC236}">
                  <a16:creationId xmlns:a16="http://schemas.microsoft.com/office/drawing/2014/main" id="{44EA33CB-470F-2713-DBE7-CF9B68DC8A8F}"/>
                </a:ext>
              </a:extLst>
            </p:cNvPr>
            <p:cNvSpPr/>
            <p:nvPr/>
          </p:nvSpPr>
          <p:spPr>
            <a:xfrm>
              <a:off x="116541" y="573741"/>
              <a:ext cx="4419600" cy="4069977"/>
            </a:xfrm>
            <a:custGeom>
              <a:avLst/>
              <a:gdLst>
                <a:gd name="connsiteX0" fmla="*/ 4419600 w 4419600"/>
                <a:gd name="connsiteY0" fmla="*/ 224118 h 4069977"/>
                <a:gd name="connsiteX1" fmla="*/ 4240306 w 4419600"/>
                <a:gd name="connsiteY1" fmla="*/ 206188 h 4069977"/>
                <a:gd name="connsiteX2" fmla="*/ 3998259 w 4419600"/>
                <a:gd name="connsiteY2" fmla="*/ 143435 h 4069977"/>
                <a:gd name="connsiteX3" fmla="*/ 3845859 w 4419600"/>
                <a:gd name="connsiteY3" fmla="*/ 107577 h 4069977"/>
                <a:gd name="connsiteX4" fmla="*/ 3639671 w 4419600"/>
                <a:gd name="connsiteY4" fmla="*/ 53788 h 4069977"/>
                <a:gd name="connsiteX5" fmla="*/ 3523130 w 4419600"/>
                <a:gd name="connsiteY5" fmla="*/ 44824 h 4069977"/>
                <a:gd name="connsiteX6" fmla="*/ 3325906 w 4419600"/>
                <a:gd name="connsiteY6" fmla="*/ 17930 h 4069977"/>
                <a:gd name="connsiteX7" fmla="*/ 2761130 w 4419600"/>
                <a:gd name="connsiteY7" fmla="*/ 0 h 4069977"/>
                <a:gd name="connsiteX8" fmla="*/ 1775012 w 4419600"/>
                <a:gd name="connsiteY8" fmla="*/ 8965 h 4069977"/>
                <a:gd name="connsiteX9" fmla="*/ 1685365 w 4419600"/>
                <a:gd name="connsiteY9" fmla="*/ 17930 h 4069977"/>
                <a:gd name="connsiteX10" fmla="*/ 1380565 w 4419600"/>
                <a:gd name="connsiteY10" fmla="*/ 107577 h 4069977"/>
                <a:gd name="connsiteX11" fmla="*/ 1246094 w 4419600"/>
                <a:gd name="connsiteY11" fmla="*/ 161365 h 4069977"/>
                <a:gd name="connsiteX12" fmla="*/ 1165412 w 4419600"/>
                <a:gd name="connsiteY12" fmla="*/ 215153 h 4069977"/>
                <a:gd name="connsiteX13" fmla="*/ 1102659 w 4419600"/>
                <a:gd name="connsiteY13" fmla="*/ 251012 h 4069977"/>
                <a:gd name="connsiteX14" fmla="*/ 1039906 w 4419600"/>
                <a:gd name="connsiteY14" fmla="*/ 295835 h 4069977"/>
                <a:gd name="connsiteX15" fmla="*/ 770965 w 4419600"/>
                <a:gd name="connsiteY15" fmla="*/ 430306 h 4069977"/>
                <a:gd name="connsiteX16" fmla="*/ 618565 w 4419600"/>
                <a:gd name="connsiteY16" fmla="*/ 573741 h 4069977"/>
                <a:gd name="connsiteX17" fmla="*/ 457200 w 4419600"/>
                <a:gd name="connsiteY17" fmla="*/ 726141 h 4069977"/>
                <a:gd name="connsiteX18" fmla="*/ 349624 w 4419600"/>
                <a:gd name="connsiteY18" fmla="*/ 896471 h 4069977"/>
                <a:gd name="connsiteX19" fmla="*/ 295835 w 4419600"/>
                <a:gd name="connsiteY19" fmla="*/ 959224 h 4069977"/>
                <a:gd name="connsiteX20" fmla="*/ 251012 w 4419600"/>
                <a:gd name="connsiteY20" fmla="*/ 1039906 h 4069977"/>
                <a:gd name="connsiteX21" fmla="*/ 188259 w 4419600"/>
                <a:gd name="connsiteY21" fmla="*/ 1219200 h 4069977"/>
                <a:gd name="connsiteX22" fmla="*/ 170330 w 4419600"/>
                <a:gd name="connsiteY22" fmla="*/ 1281953 h 4069977"/>
                <a:gd name="connsiteX23" fmla="*/ 143435 w 4419600"/>
                <a:gd name="connsiteY23" fmla="*/ 1362635 h 4069977"/>
                <a:gd name="connsiteX24" fmla="*/ 116541 w 4419600"/>
                <a:gd name="connsiteY24" fmla="*/ 1452283 h 4069977"/>
                <a:gd name="connsiteX25" fmla="*/ 107577 w 4419600"/>
                <a:gd name="connsiteY25" fmla="*/ 1506071 h 4069977"/>
                <a:gd name="connsiteX26" fmla="*/ 44824 w 4419600"/>
                <a:gd name="connsiteY26" fmla="*/ 1631577 h 4069977"/>
                <a:gd name="connsiteX27" fmla="*/ 17930 w 4419600"/>
                <a:gd name="connsiteY27" fmla="*/ 1909483 h 4069977"/>
                <a:gd name="connsiteX28" fmla="*/ 0 w 4419600"/>
                <a:gd name="connsiteY28" fmla="*/ 2124635 h 4069977"/>
                <a:gd name="connsiteX29" fmla="*/ 17930 w 4419600"/>
                <a:gd name="connsiteY29" fmla="*/ 2366683 h 4069977"/>
                <a:gd name="connsiteX30" fmla="*/ 44824 w 4419600"/>
                <a:gd name="connsiteY30" fmla="*/ 2474259 h 4069977"/>
                <a:gd name="connsiteX31" fmla="*/ 62753 w 4419600"/>
                <a:gd name="connsiteY31" fmla="*/ 2528047 h 4069977"/>
                <a:gd name="connsiteX32" fmla="*/ 116541 w 4419600"/>
                <a:gd name="connsiteY32" fmla="*/ 2644588 h 4069977"/>
                <a:gd name="connsiteX33" fmla="*/ 197224 w 4419600"/>
                <a:gd name="connsiteY33" fmla="*/ 2788024 h 4069977"/>
                <a:gd name="connsiteX34" fmla="*/ 259977 w 4419600"/>
                <a:gd name="connsiteY34" fmla="*/ 2859741 h 4069977"/>
                <a:gd name="connsiteX35" fmla="*/ 295835 w 4419600"/>
                <a:gd name="connsiteY35" fmla="*/ 2922494 h 4069977"/>
                <a:gd name="connsiteX36" fmla="*/ 358588 w 4419600"/>
                <a:gd name="connsiteY36" fmla="*/ 2985247 h 4069977"/>
                <a:gd name="connsiteX37" fmla="*/ 475130 w 4419600"/>
                <a:gd name="connsiteY37" fmla="*/ 3119718 h 4069977"/>
                <a:gd name="connsiteX38" fmla="*/ 618565 w 4419600"/>
                <a:gd name="connsiteY38" fmla="*/ 3263153 h 4069977"/>
                <a:gd name="connsiteX39" fmla="*/ 681318 w 4419600"/>
                <a:gd name="connsiteY39" fmla="*/ 3325906 h 4069977"/>
                <a:gd name="connsiteX40" fmla="*/ 869577 w 4419600"/>
                <a:gd name="connsiteY40" fmla="*/ 3442447 h 4069977"/>
                <a:gd name="connsiteX41" fmla="*/ 1075765 w 4419600"/>
                <a:gd name="connsiteY41" fmla="*/ 3558988 h 4069977"/>
                <a:gd name="connsiteX42" fmla="*/ 1255059 w 4419600"/>
                <a:gd name="connsiteY42" fmla="*/ 3639671 h 4069977"/>
                <a:gd name="connsiteX43" fmla="*/ 1398494 w 4419600"/>
                <a:gd name="connsiteY43" fmla="*/ 3729318 h 4069977"/>
                <a:gd name="connsiteX44" fmla="*/ 1434353 w 4419600"/>
                <a:gd name="connsiteY44" fmla="*/ 3747247 h 4069977"/>
                <a:gd name="connsiteX45" fmla="*/ 1461247 w 4419600"/>
                <a:gd name="connsiteY45" fmla="*/ 3765177 h 4069977"/>
                <a:gd name="connsiteX46" fmla="*/ 1524000 w 4419600"/>
                <a:gd name="connsiteY46" fmla="*/ 3801035 h 4069977"/>
                <a:gd name="connsiteX47" fmla="*/ 1577788 w 4419600"/>
                <a:gd name="connsiteY47" fmla="*/ 3827930 h 4069977"/>
                <a:gd name="connsiteX48" fmla="*/ 1658471 w 4419600"/>
                <a:gd name="connsiteY48" fmla="*/ 3863788 h 4069977"/>
                <a:gd name="connsiteX49" fmla="*/ 1685365 w 4419600"/>
                <a:gd name="connsiteY49" fmla="*/ 3881718 h 4069977"/>
                <a:gd name="connsiteX50" fmla="*/ 1739153 w 4419600"/>
                <a:gd name="connsiteY50" fmla="*/ 3926541 h 4069977"/>
                <a:gd name="connsiteX51" fmla="*/ 1918447 w 4419600"/>
                <a:gd name="connsiteY51" fmla="*/ 4007224 h 4069977"/>
                <a:gd name="connsiteX52" fmla="*/ 1954306 w 4419600"/>
                <a:gd name="connsiteY52" fmla="*/ 4025153 h 4069977"/>
                <a:gd name="connsiteX53" fmla="*/ 2026024 w 4419600"/>
                <a:gd name="connsiteY53" fmla="*/ 4043083 h 4069977"/>
                <a:gd name="connsiteX54" fmla="*/ 2070847 w 4419600"/>
                <a:gd name="connsiteY54" fmla="*/ 4069977 h 406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419600" h="4069977">
                  <a:moveTo>
                    <a:pt x="4419600" y="224118"/>
                  </a:moveTo>
                  <a:cubicBezTo>
                    <a:pt x="4359835" y="218141"/>
                    <a:pt x="4299594" y="215802"/>
                    <a:pt x="4240306" y="206188"/>
                  </a:cubicBezTo>
                  <a:cubicBezTo>
                    <a:pt x="4097158" y="182975"/>
                    <a:pt x="4114206" y="173495"/>
                    <a:pt x="3998259" y="143435"/>
                  </a:cubicBezTo>
                  <a:cubicBezTo>
                    <a:pt x="3947742" y="130338"/>
                    <a:pt x="3896391" y="120617"/>
                    <a:pt x="3845859" y="107577"/>
                  </a:cubicBezTo>
                  <a:cubicBezTo>
                    <a:pt x="3796557" y="94854"/>
                    <a:pt x="3697801" y="61715"/>
                    <a:pt x="3639671" y="53788"/>
                  </a:cubicBezTo>
                  <a:cubicBezTo>
                    <a:pt x="3601067" y="48524"/>
                    <a:pt x="3561977" y="47812"/>
                    <a:pt x="3523130" y="44824"/>
                  </a:cubicBezTo>
                  <a:cubicBezTo>
                    <a:pt x="3457126" y="34669"/>
                    <a:pt x="3392446" y="23048"/>
                    <a:pt x="3325906" y="17930"/>
                  </a:cubicBezTo>
                  <a:cubicBezTo>
                    <a:pt x="3131240" y="2956"/>
                    <a:pt x="2967740" y="4492"/>
                    <a:pt x="2761130" y="0"/>
                  </a:cubicBezTo>
                  <a:lnTo>
                    <a:pt x="1775012" y="8965"/>
                  </a:lnTo>
                  <a:cubicBezTo>
                    <a:pt x="1744985" y="9465"/>
                    <a:pt x="1714813" y="12040"/>
                    <a:pt x="1685365" y="17930"/>
                  </a:cubicBezTo>
                  <a:cubicBezTo>
                    <a:pt x="1556442" y="43715"/>
                    <a:pt x="1496685" y="63531"/>
                    <a:pt x="1380565" y="107577"/>
                  </a:cubicBezTo>
                  <a:cubicBezTo>
                    <a:pt x="1335427" y="124698"/>
                    <a:pt x="1289274" y="139775"/>
                    <a:pt x="1246094" y="161365"/>
                  </a:cubicBezTo>
                  <a:cubicBezTo>
                    <a:pt x="1217184" y="175820"/>
                    <a:pt x="1192821" y="198022"/>
                    <a:pt x="1165412" y="215153"/>
                  </a:cubicBezTo>
                  <a:cubicBezTo>
                    <a:pt x="1144982" y="227922"/>
                    <a:pt x="1122925" y="237984"/>
                    <a:pt x="1102659" y="251012"/>
                  </a:cubicBezTo>
                  <a:cubicBezTo>
                    <a:pt x="1081036" y="264912"/>
                    <a:pt x="1062519" y="283612"/>
                    <a:pt x="1039906" y="295835"/>
                  </a:cubicBezTo>
                  <a:cubicBezTo>
                    <a:pt x="951734" y="343495"/>
                    <a:pt x="851148" y="370169"/>
                    <a:pt x="770965" y="430306"/>
                  </a:cubicBezTo>
                  <a:cubicBezTo>
                    <a:pt x="691156" y="490162"/>
                    <a:pt x="745668" y="446637"/>
                    <a:pt x="618565" y="573741"/>
                  </a:cubicBezTo>
                  <a:cubicBezTo>
                    <a:pt x="512432" y="679874"/>
                    <a:pt x="566317" y="629150"/>
                    <a:pt x="457200" y="726141"/>
                  </a:cubicBezTo>
                  <a:cubicBezTo>
                    <a:pt x="410353" y="819835"/>
                    <a:pt x="426130" y="798106"/>
                    <a:pt x="349624" y="896471"/>
                  </a:cubicBezTo>
                  <a:cubicBezTo>
                    <a:pt x="332710" y="918218"/>
                    <a:pt x="311443" y="936521"/>
                    <a:pt x="295835" y="959224"/>
                  </a:cubicBezTo>
                  <a:cubicBezTo>
                    <a:pt x="278405" y="984576"/>
                    <a:pt x="265953" y="1013012"/>
                    <a:pt x="251012" y="1039906"/>
                  </a:cubicBezTo>
                  <a:cubicBezTo>
                    <a:pt x="216988" y="1193016"/>
                    <a:pt x="255312" y="1046778"/>
                    <a:pt x="188259" y="1219200"/>
                  </a:cubicBezTo>
                  <a:cubicBezTo>
                    <a:pt x="180374" y="1239475"/>
                    <a:pt x="176819" y="1261189"/>
                    <a:pt x="170330" y="1281953"/>
                  </a:cubicBezTo>
                  <a:cubicBezTo>
                    <a:pt x="161874" y="1309011"/>
                    <a:pt x="148994" y="1334837"/>
                    <a:pt x="143435" y="1362635"/>
                  </a:cubicBezTo>
                  <a:cubicBezTo>
                    <a:pt x="131315" y="1423239"/>
                    <a:pt x="140130" y="1393312"/>
                    <a:pt x="116541" y="1452283"/>
                  </a:cubicBezTo>
                  <a:cubicBezTo>
                    <a:pt x="113553" y="1470212"/>
                    <a:pt x="114328" y="1489194"/>
                    <a:pt x="107577" y="1506071"/>
                  </a:cubicBezTo>
                  <a:cubicBezTo>
                    <a:pt x="90206" y="1549499"/>
                    <a:pt x="44824" y="1631577"/>
                    <a:pt x="44824" y="1631577"/>
                  </a:cubicBezTo>
                  <a:cubicBezTo>
                    <a:pt x="9985" y="1788345"/>
                    <a:pt x="34432" y="1656444"/>
                    <a:pt x="17930" y="1909483"/>
                  </a:cubicBezTo>
                  <a:cubicBezTo>
                    <a:pt x="13247" y="1981296"/>
                    <a:pt x="0" y="2124635"/>
                    <a:pt x="0" y="2124635"/>
                  </a:cubicBezTo>
                  <a:cubicBezTo>
                    <a:pt x="5977" y="2205318"/>
                    <a:pt x="10378" y="2286132"/>
                    <a:pt x="17930" y="2366683"/>
                  </a:cubicBezTo>
                  <a:cubicBezTo>
                    <a:pt x="20530" y="2394421"/>
                    <a:pt x="37885" y="2451707"/>
                    <a:pt x="44824" y="2474259"/>
                  </a:cubicBezTo>
                  <a:cubicBezTo>
                    <a:pt x="50382" y="2492322"/>
                    <a:pt x="57883" y="2509786"/>
                    <a:pt x="62753" y="2528047"/>
                  </a:cubicBezTo>
                  <a:cubicBezTo>
                    <a:pt x="90239" y="2631120"/>
                    <a:pt x="57589" y="2585636"/>
                    <a:pt x="116541" y="2644588"/>
                  </a:cubicBezTo>
                  <a:cubicBezTo>
                    <a:pt x="154224" y="2719952"/>
                    <a:pt x="154768" y="2737077"/>
                    <a:pt x="197224" y="2788024"/>
                  </a:cubicBezTo>
                  <a:cubicBezTo>
                    <a:pt x="217560" y="2812427"/>
                    <a:pt x="241192" y="2834125"/>
                    <a:pt x="259977" y="2859741"/>
                  </a:cubicBezTo>
                  <a:cubicBezTo>
                    <a:pt x="274224" y="2879169"/>
                    <a:pt x="280951" y="2903550"/>
                    <a:pt x="295835" y="2922494"/>
                  </a:cubicBezTo>
                  <a:cubicBezTo>
                    <a:pt x="314111" y="2945755"/>
                    <a:pt x="338689" y="2963358"/>
                    <a:pt x="358588" y="2985247"/>
                  </a:cubicBezTo>
                  <a:cubicBezTo>
                    <a:pt x="398488" y="3029137"/>
                    <a:pt x="433188" y="3077776"/>
                    <a:pt x="475130" y="3119718"/>
                  </a:cubicBezTo>
                  <a:lnTo>
                    <a:pt x="618565" y="3263153"/>
                  </a:lnTo>
                  <a:cubicBezTo>
                    <a:pt x="639483" y="3284071"/>
                    <a:pt x="657083" y="3308942"/>
                    <a:pt x="681318" y="3325906"/>
                  </a:cubicBezTo>
                  <a:cubicBezTo>
                    <a:pt x="842962" y="3439057"/>
                    <a:pt x="696525" y="3341500"/>
                    <a:pt x="869577" y="3442447"/>
                  </a:cubicBezTo>
                  <a:cubicBezTo>
                    <a:pt x="1003535" y="3520589"/>
                    <a:pt x="953404" y="3501886"/>
                    <a:pt x="1075765" y="3558988"/>
                  </a:cubicBezTo>
                  <a:cubicBezTo>
                    <a:pt x="1135154" y="3586703"/>
                    <a:pt x="1199484" y="3604936"/>
                    <a:pt x="1255059" y="3639671"/>
                  </a:cubicBezTo>
                  <a:cubicBezTo>
                    <a:pt x="1302871" y="3669553"/>
                    <a:pt x="1348064" y="3704104"/>
                    <a:pt x="1398494" y="3729318"/>
                  </a:cubicBezTo>
                  <a:cubicBezTo>
                    <a:pt x="1410447" y="3735294"/>
                    <a:pt x="1422750" y="3740617"/>
                    <a:pt x="1434353" y="3747247"/>
                  </a:cubicBezTo>
                  <a:cubicBezTo>
                    <a:pt x="1443708" y="3752593"/>
                    <a:pt x="1452008" y="3759634"/>
                    <a:pt x="1461247" y="3765177"/>
                  </a:cubicBezTo>
                  <a:cubicBezTo>
                    <a:pt x="1481906" y="3777572"/>
                    <a:pt x="1502788" y="3789613"/>
                    <a:pt x="1524000" y="3801035"/>
                  </a:cubicBezTo>
                  <a:cubicBezTo>
                    <a:pt x="1541650" y="3810539"/>
                    <a:pt x="1559539" y="3819635"/>
                    <a:pt x="1577788" y="3827930"/>
                  </a:cubicBezTo>
                  <a:cubicBezTo>
                    <a:pt x="1624748" y="3849276"/>
                    <a:pt x="1616749" y="3839947"/>
                    <a:pt x="1658471" y="3863788"/>
                  </a:cubicBezTo>
                  <a:cubicBezTo>
                    <a:pt x="1667826" y="3869134"/>
                    <a:pt x="1676860" y="3875103"/>
                    <a:pt x="1685365" y="3881718"/>
                  </a:cubicBezTo>
                  <a:cubicBezTo>
                    <a:pt x="1703787" y="3896047"/>
                    <a:pt x="1718604" y="3915476"/>
                    <a:pt x="1739153" y="3926541"/>
                  </a:cubicBezTo>
                  <a:cubicBezTo>
                    <a:pt x="1796857" y="3957612"/>
                    <a:pt x="1858869" y="3979918"/>
                    <a:pt x="1918447" y="4007224"/>
                  </a:cubicBezTo>
                  <a:cubicBezTo>
                    <a:pt x="1930596" y="4012792"/>
                    <a:pt x="1941202" y="4022532"/>
                    <a:pt x="1954306" y="4025153"/>
                  </a:cubicBezTo>
                  <a:cubicBezTo>
                    <a:pt x="1971356" y="4028563"/>
                    <a:pt x="2007646" y="4033894"/>
                    <a:pt x="2026024" y="4043083"/>
                  </a:cubicBezTo>
                  <a:cubicBezTo>
                    <a:pt x="2041609" y="4050875"/>
                    <a:pt x="2070847" y="4069977"/>
                    <a:pt x="2070847" y="406997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Freeform: Shape 58">
              <a:extLst>
                <a:ext uri="{FF2B5EF4-FFF2-40B4-BE49-F238E27FC236}">
                  <a16:creationId xmlns:a16="http://schemas.microsoft.com/office/drawing/2014/main" id="{471C6A5C-7FDE-6DA4-0303-9933CB2C069E}"/>
                </a:ext>
              </a:extLst>
            </p:cNvPr>
            <p:cNvSpPr/>
            <p:nvPr/>
          </p:nvSpPr>
          <p:spPr>
            <a:xfrm>
              <a:off x="3274917" y="2821130"/>
              <a:ext cx="5393953" cy="1615377"/>
            </a:xfrm>
            <a:custGeom>
              <a:avLst/>
              <a:gdLst>
                <a:gd name="connsiteX0" fmla="*/ 5568036 w 5568036"/>
                <a:gd name="connsiteY0" fmla="*/ 0 h 1676400"/>
                <a:gd name="connsiteX1" fmla="*/ 5137730 w 5568036"/>
                <a:gd name="connsiteY1" fmla="*/ 17929 h 1676400"/>
                <a:gd name="connsiteX2" fmla="*/ 5057048 w 5568036"/>
                <a:gd name="connsiteY2" fmla="*/ 35859 h 1676400"/>
                <a:gd name="connsiteX3" fmla="*/ 4922577 w 5568036"/>
                <a:gd name="connsiteY3" fmla="*/ 62753 h 1676400"/>
                <a:gd name="connsiteX4" fmla="*/ 4877754 w 5568036"/>
                <a:gd name="connsiteY4" fmla="*/ 80682 h 1676400"/>
                <a:gd name="connsiteX5" fmla="*/ 4608812 w 5568036"/>
                <a:gd name="connsiteY5" fmla="*/ 152400 h 1676400"/>
                <a:gd name="connsiteX6" fmla="*/ 4393660 w 5568036"/>
                <a:gd name="connsiteY6" fmla="*/ 242047 h 1676400"/>
                <a:gd name="connsiteX7" fmla="*/ 4304012 w 5568036"/>
                <a:gd name="connsiteY7" fmla="*/ 277906 h 1676400"/>
                <a:gd name="connsiteX8" fmla="*/ 4223330 w 5568036"/>
                <a:gd name="connsiteY8" fmla="*/ 331694 h 1676400"/>
                <a:gd name="connsiteX9" fmla="*/ 3990248 w 5568036"/>
                <a:gd name="connsiteY9" fmla="*/ 430306 h 1676400"/>
                <a:gd name="connsiteX10" fmla="*/ 3900601 w 5568036"/>
                <a:gd name="connsiteY10" fmla="*/ 475129 h 1676400"/>
                <a:gd name="connsiteX11" fmla="*/ 3658554 w 5568036"/>
                <a:gd name="connsiteY11" fmla="*/ 564777 h 1676400"/>
                <a:gd name="connsiteX12" fmla="*/ 3524083 w 5568036"/>
                <a:gd name="connsiteY12" fmla="*/ 645459 h 1676400"/>
                <a:gd name="connsiteX13" fmla="*/ 3434436 w 5568036"/>
                <a:gd name="connsiteY13" fmla="*/ 708212 h 1676400"/>
                <a:gd name="connsiteX14" fmla="*/ 3111707 w 5568036"/>
                <a:gd name="connsiteY14" fmla="*/ 851647 h 1676400"/>
                <a:gd name="connsiteX15" fmla="*/ 2842765 w 5568036"/>
                <a:gd name="connsiteY15" fmla="*/ 959224 h 1676400"/>
                <a:gd name="connsiteX16" fmla="*/ 2681401 w 5568036"/>
                <a:gd name="connsiteY16" fmla="*/ 995082 h 1676400"/>
                <a:gd name="connsiteX17" fmla="*/ 2520036 w 5568036"/>
                <a:gd name="connsiteY17" fmla="*/ 1039906 h 1676400"/>
                <a:gd name="connsiteX18" fmla="*/ 2394530 w 5568036"/>
                <a:gd name="connsiteY18" fmla="*/ 1084729 h 1676400"/>
                <a:gd name="connsiteX19" fmla="*/ 1928365 w 5568036"/>
                <a:gd name="connsiteY19" fmla="*/ 1183341 h 1676400"/>
                <a:gd name="connsiteX20" fmla="*/ 1865612 w 5568036"/>
                <a:gd name="connsiteY20" fmla="*/ 1201271 h 1676400"/>
                <a:gd name="connsiteX21" fmla="*/ 1668389 w 5568036"/>
                <a:gd name="connsiteY21" fmla="*/ 1246094 h 1676400"/>
                <a:gd name="connsiteX22" fmla="*/ 1578742 w 5568036"/>
                <a:gd name="connsiteY22" fmla="*/ 1264024 h 1676400"/>
                <a:gd name="connsiteX23" fmla="*/ 1453236 w 5568036"/>
                <a:gd name="connsiteY23" fmla="*/ 1299882 h 1676400"/>
                <a:gd name="connsiteX24" fmla="*/ 1327730 w 5568036"/>
                <a:gd name="connsiteY24" fmla="*/ 1308847 h 1676400"/>
                <a:gd name="connsiteX25" fmla="*/ 1238083 w 5568036"/>
                <a:gd name="connsiteY25" fmla="*/ 1335741 h 1676400"/>
                <a:gd name="connsiteX26" fmla="*/ 1031895 w 5568036"/>
                <a:gd name="connsiteY26" fmla="*/ 1371600 h 1676400"/>
                <a:gd name="connsiteX27" fmla="*/ 942248 w 5568036"/>
                <a:gd name="connsiteY27" fmla="*/ 1389529 h 1676400"/>
                <a:gd name="connsiteX28" fmla="*/ 870530 w 5568036"/>
                <a:gd name="connsiteY28" fmla="*/ 1416424 h 1676400"/>
                <a:gd name="connsiteX29" fmla="*/ 816742 w 5568036"/>
                <a:gd name="connsiteY29" fmla="*/ 1425388 h 1676400"/>
                <a:gd name="connsiteX30" fmla="*/ 727095 w 5568036"/>
                <a:gd name="connsiteY30" fmla="*/ 1452282 h 1676400"/>
                <a:gd name="connsiteX31" fmla="*/ 583660 w 5568036"/>
                <a:gd name="connsiteY31" fmla="*/ 1488141 h 1676400"/>
                <a:gd name="connsiteX32" fmla="*/ 458154 w 5568036"/>
                <a:gd name="connsiteY32" fmla="*/ 1541929 h 1676400"/>
                <a:gd name="connsiteX33" fmla="*/ 117495 w 5568036"/>
                <a:gd name="connsiteY33" fmla="*/ 1631577 h 1676400"/>
                <a:gd name="connsiteX34" fmla="*/ 954 w 5568036"/>
                <a:gd name="connsiteY34" fmla="*/ 1667435 h 1676400"/>
                <a:gd name="connsiteX35" fmla="*/ 9918 w 5568036"/>
                <a:gd name="connsiteY35" fmla="*/ 1676400 h 167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68036" h="1676400">
                  <a:moveTo>
                    <a:pt x="5568036" y="0"/>
                  </a:moveTo>
                  <a:cubicBezTo>
                    <a:pt x="5424601" y="5976"/>
                    <a:pt x="5280938" y="7879"/>
                    <a:pt x="5137730" y="17929"/>
                  </a:cubicBezTo>
                  <a:cubicBezTo>
                    <a:pt x="5110247" y="19858"/>
                    <a:pt x="5084019" y="30240"/>
                    <a:pt x="5057048" y="35859"/>
                  </a:cubicBezTo>
                  <a:cubicBezTo>
                    <a:pt x="5012298" y="45182"/>
                    <a:pt x="4966924" y="51666"/>
                    <a:pt x="4922577" y="62753"/>
                  </a:cubicBezTo>
                  <a:cubicBezTo>
                    <a:pt x="4906966" y="66656"/>
                    <a:pt x="4893227" y="76261"/>
                    <a:pt x="4877754" y="80682"/>
                  </a:cubicBezTo>
                  <a:cubicBezTo>
                    <a:pt x="4788544" y="106171"/>
                    <a:pt x="4694956" y="117942"/>
                    <a:pt x="4608812" y="152400"/>
                  </a:cubicBezTo>
                  <a:cubicBezTo>
                    <a:pt x="4219533" y="308111"/>
                    <a:pt x="4657138" y="131109"/>
                    <a:pt x="4393660" y="242047"/>
                  </a:cubicBezTo>
                  <a:cubicBezTo>
                    <a:pt x="4363998" y="254536"/>
                    <a:pt x="4332493" y="262916"/>
                    <a:pt x="4304012" y="277906"/>
                  </a:cubicBezTo>
                  <a:cubicBezTo>
                    <a:pt x="4275409" y="292960"/>
                    <a:pt x="4252404" y="317572"/>
                    <a:pt x="4223330" y="331694"/>
                  </a:cubicBezTo>
                  <a:cubicBezTo>
                    <a:pt x="4147446" y="368552"/>
                    <a:pt x="4065703" y="392579"/>
                    <a:pt x="3990248" y="430306"/>
                  </a:cubicBezTo>
                  <a:cubicBezTo>
                    <a:pt x="3960366" y="445247"/>
                    <a:pt x="3931563" y="462577"/>
                    <a:pt x="3900601" y="475129"/>
                  </a:cubicBezTo>
                  <a:cubicBezTo>
                    <a:pt x="3820866" y="507454"/>
                    <a:pt x="3732331" y="520511"/>
                    <a:pt x="3658554" y="564777"/>
                  </a:cubicBezTo>
                  <a:cubicBezTo>
                    <a:pt x="3613730" y="591671"/>
                    <a:pt x="3566907" y="615482"/>
                    <a:pt x="3524083" y="645459"/>
                  </a:cubicBezTo>
                  <a:cubicBezTo>
                    <a:pt x="3494201" y="666377"/>
                    <a:pt x="3467061" y="691899"/>
                    <a:pt x="3434436" y="708212"/>
                  </a:cubicBezTo>
                  <a:cubicBezTo>
                    <a:pt x="3329142" y="760859"/>
                    <a:pt x="3219283" y="803835"/>
                    <a:pt x="3111707" y="851647"/>
                  </a:cubicBezTo>
                  <a:cubicBezTo>
                    <a:pt x="3011232" y="896303"/>
                    <a:pt x="2944901" y="931988"/>
                    <a:pt x="2842765" y="959224"/>
                  </a:cubicBezTo>
                  <a:cubicBezTo>
                    <a:pt x="2789525" y="973421"/>
                    <a:pt x="2734460" y="980225"/>
                    <a:pt x="2681401" y="995082"/>
                  </a:cubicBezTo>
                  <a:cubicBezTo>
                    <a:pt x="2446508" y="1060852"/>
                    <a:pt x="2848667" y="980156"/>
                    <a:pt x="2520036" y="1039906"/>
                  </a:cubicBezTo>
                  <a:cubicBezTo>
                    <a:pt x="2479152" y="1056259"/>
                    <a:pt x="2437170" y="1074069"/>
                    <a:pt x="2394530" y="1084729"/>
                  </a:cubicBezTo>
                  <a:cubicBezTo>
                    <a:pt x="2160694" y="1143189"/>
                    <a:pt x="2157406" y="1133238"/>
                    <a:pt x="1928365" y="1183341"/>
                  </a:cubicBezTo>
                  <a:cubicBezTo>
                    <a:pt x="1907113" y="1187990"/>
                    <a:pt x="1886759" y="1196166"/>
                    <a:pt x="1865612" y="1201271"/>
                  </a:cubicBezTo>
                  <a:cubicBezTo>
                    <a:pt x="1800077" y="1217090"/>
                    <a:pt x="1734249" y="1231687"/>
                    <a:pt x="1668389" y="1246094"/>
                  </a:cubicBezTo>
                  <a:cubicBezTo>
                    <a:pt x="1638619" y="1252606"/>
                    <a:pt x="1608306" y="1256633"/>
                    <a:pt x="1578742" y="1264024"/>
                  </a:cubicBezTo>
                  <a:cubicBezTo>
                    <a:pt x="1536532" y="1274577"/>
                    <a:pt x="1496068" y="1292234"/>
                    <a:pt x="1453236" y="1299882"/>
                  </a:cubicBezTo>
                  <a:cubicBezTo>
                    <a:pt x="1411947" y="1307255"/>
                    <a:pt x="1369565" y="1305859"/>
                    <a:pt x="1327730" y="1308847"/>
                  </a:cubicBezTo>
                  <a:cubicBezTo>
                    <a:pt x="1297848" y="1317812"/>
                    <a:pt x="1268602" y="1329267"/>
                    <a:pt x="1238083" y="1335741"/>
                  </a:cubicBezTo>
                  <a:cubicBezTo>
                    <a:pt x="1169840" y="1350217"/>
                    <a:pt x="1100301" y="1357919"/>
                    <a:pt x="1031895" y="1371600"/>
                  </a:cubicBezTo>
                  <a:cubicBezTo>
                    <a:pt x="1002013" y="1377576"/>
                    <a:pt x="971610" y="1381373"/>
                    <a:pt x="942248" y="1389529"/>
                  </a:cubicBezTo>
                  <a:cubicBezTo>
                    <a:pt x="917648" y="1396362"/>
                    <a:pt x="895079" y="1409410"/>
                    <a:pt x="870530" y="1416424"/>
                  </a:cubicBezTo>
                  <a:cubicBezTo>
                    <a:pt x="853053" y="1421418"/>
                    <a:pt x="834376" y="1420980"/>
                    <a:pt x="816742" y="1425388"/>
                  </a:cubicBezTo>
                  <a:cubicBezTo>
                    <a:pt x="786475" y="1432954"/>
                    <a:pt x="757220" y="1444171"/>
                    <a:pt x="727095" y="1452282"/>
                  </a:cubicBezTo>
                  <a:cubicBezTo>
                    <a:pt x="679506" y="1465094"/>
                    <a:pt x="583660" y="1488141"/>
                    <a:pt x="583660" y="1488141"/>
                  </a:cubicBezTo>
                  <a:cubicBezTo>
                    <a:pt x="525010" y="1523331"/>
                    <a:pt x="538311" y="1519758"/>
                    <a:pt x="458154" y="1541929"/>
                  </a:cubicBezTo>
                  <a:cubicBezTo>
                    <a:pt x="344984" y="1573232"/>
                    <a:pt x="117495" y="1631577"/>
                    <a:pt x="117495" y="1631577"/>
                  </a:cubicBezTo>
                  <a:cubicBezTo>
                    <a:pt x="19093" y="1690617"/>
                    <a:pt x="135477" y="1629001"/>
                    <a:pt x="954" y="1667435"/>
                  </a:cubicBezTo>
                  <a:cubicBezTo>
                    <a:pt x="-3109" y="1668596"/>
                    <a:pt x="6930" y="1673412"/>
                    <a:pt x="9918" y="167640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Freeform: Shape 59">
              <a:extLst>
                <a:ext uri="{FF2B5EF4-FFF2-40B4-BE49-F238E27FC236}">
                  <a16:creationId xmlns:a16="http://schemas.microsoft.com/office/drawing/2014/main" id="{0623DD20-5CF0-63D2-8B5A-587A2FA50C0D}"/>
                </a:ext>
              </a:extLst>
            </p:cNvPr>
            <p:cNvSpPr/>
            <p:nvPr/>
          </p:nvSpPr>
          <p:spPr>
            <a:xfrm>
              <a:off x="3217267" y="1712259"/>
              <a:ext cx="4635814" cy="2743200"/>
            </a:xfrm>
            <a:custGeom>
              <a:avLst/>
              <a:gdLst>
                <a:gd name="connsiteX0" fmla="*/ 4635814 w 4635814"/>
                <a:gd name="connsiteY0" fmla="*/ 0 h 2743200"/>
                <a:gd name="connsiteX1" fmla="*/ 4519273 w 4635814"/>
                <a:gd name="connsiteY1" fmla="*/ 89647 h 2743200"/>
                <a:gd name="connsiteX2" fmla="*/ 4474450 w 4635814"/>
                <a:gd name="connsiteY2" fmla="*/ 161365 h 2743200"/>
                <a:gd name="connsiteX3" fmla="*/ 4447556 w 4635814"/>
                <a:gd name="connsiteY3" fmla="*/ 188259 h 2743200"/>
                <a:gd name="connsiteX4" fmla="*/ 4420662 w 4635814"/>
                <a:gd name="connsiteY4" fmla="*/ 233082 h 2743200"/>
                <a:gd name="connsiteX5" fmla="*/ 4357909 w 4635814"/>
                <a:gd name="connsiteY5" fmla="*/ 295835 h 2743200"/>
                <a:gd name="connsiteX6" fmla="*/ 4313085 w 4635814"/>
                <a:gd name="connsiteY6" fmla="*/ 367553 h 2743200"/>
                <a:gd name="connsiteX7" fmla="*/ 4277226 w 4635814"/>
                <a:gd name="connsiteY7" fmla="*/ 439271 h 2743200"/>
                <a:gd name="connsiteX8" fmla="*/ 4196544 w 4635814"/>
                <a:gd name="connsiteY8" fmla="*/ 564777 h 2743200"/>
                <a:gd name="connsiteX9" fmla="*/ 4115862 w 4635814"/>
                <a:gd name="connsiteY9" fmla="*/ 681318 h 2743200"/>
                <a:gd name="connsiteX10" fmla="*/ 4044144 w 4635814"/>
                <a:gd name="connsiteY10" fmla="*/ 770965 h 2743200"/>
                <a:gd name="connsiteX11" fmla="*/ 3999320 w 4635814"/>
                <a:gd name="connsiteY11" fmla="*/ 824753 h 2743200"/>
                <a:gd name="connsiteX12" fmla="*/ 3846920 w 4635814"/>
                <a:gd name="connsiteY12" fmla="*/ 995082 h 2743200"/>
                <a:gd name="connsiteX13" fmla="*/ 3775203 w 4635814"/>
                <a:gd name="connsiteY13" fmla="*/ 1039906 h 2743200"/>
                <a:gd name="connsiteX14" fmla="*/ 3577979 w 4635814"/>
                <a:gd name="connsiteY14" fmla="*/ 1102659 h 2743200"/>
                <a:gd name="connsiteX15" fmla="*/ 3416614 w 4635814"/>
                <a:gd name="connsiteY15" fmla="*/ 1174377 h 2743200"/>
                <a:gd name="connsiteX16" fmla="*/ 3344897 w 4635814"/>
                <a:gd name="connsiteY16" fmla="*/ 1192306 h 2743200"/>
                <a:gd name="connsiteX17" fmla="*/ 3031132 w 4635814"/>
                <a:gd name="connsiteY17" fmla="*/ 1308847 h 2743200"/>
                <a:gd name="connsiteX18" fmla="*/ 2851838 w 4635814"/>
                <a:gd name="connsiteY18" fmla="*/ 1371600 h 2743200"/>
                <a:gd name="connsiteX19" fmla="*/ 2609791 w 4635814"/>
                <a:gd name="connsiteY19" fmla="*/ 1488141 h 2743200"/>
                <a:gd name="connsiteX20" fmla="*/ 2331885 w 4635814"/>
                <a:gd name="connsiteY20" fmla="*/ 1622612 h 2743200"/>
                <a:gd name="connsiteX21" fmla="*/ 2170520 w 4635814"/>
                <a:gd name="connsiteY21" fmla="*/ 1703294 h 2743200"/>
                <a:gd name="connsiteX22" fmla="*/ 2080873 w 4635814"/>
                <a:gd name="connsiteY22" fmla="*/ 1766047 h 2743200"/>
                <a:gd name="connsiteX23" fmla="*/ 1820897 w 4635814"/>
                <a:gd name="connsiteY23" fmla="*/ 1900518 h 2743200"/>
                <a:gd name="connsiteX24" fmla="*/ 1731250 w 4635814"/>
                <a:gd name="connsiteY24" fmla="*/ 1927412 h 2743200"/>
                <a:gd name="connsiteX25" fmla="*/ 1614709 w 4635814"/>
                <a:gd name="connsiteY25" fmla="*/ 1981200 h 2743200"/>
                <a:gd name="connsiteX26" fmla="*/ 1471273 w 4635814"/>
                <a:gd name="connsiteY26" fmla="*/ 2026024 h 2743200"/>
                <a:gd name="connsiteX27" fmla="*/ 1435414 w 4635814"/>
                <a:gd name="connsiteY27" fmla="*/ 2043953 h 2743200"/>
                <a:gd name="connsiteX28" fmla="*/ 1300944 w 4635814"/>
                <a:gd name="connsiteY28" fmla="*/ 2097741 h 2743200"/>
                <a:gd name="connsiteX29" fmla="*/ 1211297 w 4635814"/>
                <a:gd name="connsiteY29" fmla="*/ 2124635 h 2743200"/>
                <a:gd name="connsiteX30" fmla="*/ 1139579 w 4635814"/>
                <a:gd name="connsiteY30" fmla="*/ 2142565 h 2743200"/>
                <a:gd name="connsiteX31" fmla="*/ 1076826 w 4635814"/>
                <a:gd name="connsiteY31" fmla="*/ 2169459 h 2743200"/>
                <a:gd name="connsiteX32" fmla="*/ 1005109 w 4635814"/>
                <a:gd name="connsiteY32" fmla="*/ 2187388 h 2743200"/>
                <a:gd name="connsiteX33" fmla="*/ 888567 w 4635814"/>
                <a:gd name="connsiteY33" fmla="*/ 2232212 h 2743200"/>
                <a:gd name="connsiteX34" fmla="*/ 816850 w 4635814"/>
                <a:gd name="connsiteY34" fmla="*/ 2259106 h 2743200"/>
                <a:gd name="connsiteX35" fmla="*/ 619626 w 4635814"/>
                <a:gd name="connsiteY35" fmla="*/ 2348753 h 2743200"/>
                <a:gd name="connsiteX36" fmla="*/ 529979 w 4635814"/>
                <a:gd name="connsiteY36" fmla="*/ 2411506 h 2743200"/>
                <a:gd name="connsiteX37" fmla="*/ 494120 w 4635814"/>
                <a:gd name="connsiteY37" fmla="*/ 2438400 h 2743200"/>
                <a:gd name="connsiteX38" fmla="*/ 404473 w 4635814"/>
                <a:gd name="connsiteY38" fmla="*/ 2483224 h 2743200"/>
                <a:gd name="connsiteX39" fmla="*/ 323791 w 4635814"/>
                <a:gd name="connsiteY39" fmla="*/ 2519082 h 2743200"/>
                <a:gd name="connsiteX40" fmla="*/ 270003 w 4635814"/>
                <a:gd name="connsiteY40" fmla="*/ 2554941 h 2743200"/>
                <a:gd name="connsiteX41" fmla="*/ 216214 w 4635814"/>
                <a:gd name="connsiteY41" fmla="*/ 2590800 h 2743200"/>
                <a:gd name="connsiteX42" fmla="*/ 162426 w 4635814"/>
                <a:gd name="connsiteY42" fmla="*/ 2617694 h 2743200"/>
                <a:gd name="connsiteX43" fmla="*/ 72779 w 4635814"/>
                <a:gd name="connsiteY43" fmla="*/ 2680447 h 2743200"/>
                <a:gd name="connsiteX44" fmla="*/ 36920 w 4635814"/>
                <a:gd name="connsiteY44" fmla="*/ 2716306 h 2743200"/>
                <a:gd name="connsiteX45" fmla="*/ 1062 w 4635814"/>
                <a:gd name="connsiteY45" fmla="*/ 2734235 h 2743200"/>
                <a:gd name="connsiteX46" fmla="*/ 1062 w 4635814"/>
                <a:gd name="connsiteY46"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635814" h="2743200">
                  <a:moveTo>
                    <a:pt x="4635814" y="0"/>
                  </a:moveTo>
                  <a:cubicBezTo>
                    <a:pt x="4537754" y="78449"/>
                    <a:pt x="4578008" y="50491"/>
                    <a:pt x="4519273" y="89647"/>
                  </a:cubicBezTo>
                  <a:cubicBezTo>
                    <a:pt x="4504332" y="113553"/>
                    <a:pt x="4494384" y="141431"/>
                    <a:pt x="4474450" y="161365"/>
                  </a:cubicBezTo>
                  <a:cubicBezTo>
                    <a:pt x="4465485" y="170330"/>
                    <a:pt x="4455163" y="178117"/>
                    <a:pt x="4447556" y="188259"/>
                  </a:cubicBezTo>
                  <a:cubicBezTo>
                    <a:pt x="4437102" y="202198"/>
                    <a:pt x="4431817" y="219696"/>
                    <a:pt x="4420662" y="233082"/>
                  </a:cubicBezTo>
                  <a:cubicBezTo>
                    <a:pt x="4401724" y="255808"/>
                    <a:pt x="4376389" y="272735"/>
                    <a:pt x="4357909" y="295835"/>
                  </a:cubicBezTo>
                  <a:cubicBezTo>
                    <a:pt x="4340298" y="317849"/>
                    <a:pt x="4313085" y="367553"/>
                    <a:pt x="4313085" y="367553"/>
                  </a:cubicBezTo>
                  <a:cubicBezTo>
                    <a:pt x="4298611" y="425447"/>
                    <a:pt x="4313798" y="384412"/>
                    <a:pt x="4277226" y="439271"/>
                  </a:cubicBezTo>
                  <a:cubicBezTo>
                    <a:pt x="4249639" y="480652"/>
                    <a:pt x="4224853" y="523886"/>
                    <a:pt x="4196544" y="564777"/>
                  </a:cubicBezTo>
                  <a:cubicBezTo>
                    <a:pt x="4169650" y="603624"/>
                    <a:pt x="4145378" y="644424"/>
                    <a:pt x="4115862" y="681318"/>
                  </a:cubicBezTo>
                  <a:lnTo>
                    <a:pt x="4044144" y="770965"/>
                  </a:lnTo>
                  <a:cubicBezTo>
                    <a:pt x="4029427" y="789079"/>
                    <a:pt x="4012266" y="805334"/>
                    <a:pt x="3999320" y="824753"/>
                  </a:cubicBezTo>
                  <a:cubicBezTo>
                    <a:pt x="3955138" y="891027"/>
                    <a:pt x="3922226" y="948015"/>
                    <a:pt x="3846920" y="995082"/>
                  </a:cubicBezTo>
                  <a:cubicBezTo>
                    <a:pt x="3823014" y="1010023"/>
                    <a:pt x="3801378" y="1029436"/>
                    <a:pt x="3775203" y="1039906"/>
                  </a:cubicBezTo>
                  <a:cubicBezTo>
                    <a:pt x="3711148" y="1065528"/>
                    <a:pt x="3642575" y="1078435"/>
                    <a:pt x="3577979" y="1102659"/>
                  </a:cubicBezTo>
                  <a:cubicBezTo>
                    <a:pt x="3522865" y="1123327"/>
                    <a:pt x="3471552" y="1153247"/>
                    <a:pt x="3416614" y="1174377"/>
                  </a:cubicBezTo>
                  <a:cubicBezTo>
                    <a:pt x="3393615" y="1183223"/>
                    <a:pt x="3368356" y="1184766"/>
                    <a:pt x="3344897" y="1192306"/>
                  </a:cubicBezTo>
                  <a:cubicBezTo>
                    <a:pt x="3103696" y="1269835"/>
                    <a:pt x="3236852" y="1232437"/>
                    <a:pt x="3031132" y="1308847"/>
                  </a:cubicBezTo>
                  <a:cubicBezTo>
                    <a:pt x="2971775" y="1330894"/>
                    <a:pt x="2907708" y="1341803"/>
                    <a:pt x="2851838" y="1371600"/>
                  </a:cubicBezTo>
                  <a:cubicBezTo>
                    <a:pt x="2539617" y="1538118"/>
                    <a:pt x="2873973" y="1365266"/>
                    <a:pt x="2609791" y="1488141"/>
                  </a:cubicBezTo>
                  <a:cubicBezTo>
                    <a:pt x="2516480" y="1531541"/>
                    <a:pt x="2424305" y="1577345"/>
                    <a:pt x="2331885" y="1622612"/>
                  </a:cubicBezTo>
                  <a:cubicBezTo>
                    <a:pt x="2277878" y="1649064"/>
                    <a:pt x="2219786" y="1668808"/>
                    <a:pt x="2170520" y="1703294"/>
                  </a:cubicBezTo>
                  <a:cubicBezTo>
                    <a:pt x="2140638" y="1724212"/>
                    <a:pt x="2111713" y="1746569"/>
                    <a:pt x="2080873" y="1766047"/>
                  </a:cubicBezTo>
                  <a:cubicBezTo>
                    <a:pt x="2027138" y="1799985"/>
                    <a:pt x="1842326" y="1891232"/>
                    <a:pt x="1820897" y="1900518"/>
                  </a:cubicBezTo>
                  <a:cubicBezTo>
                    <a:pt x="1792271" y="1912923"/>
                    <a:pt x="1760847" y="1917546"/>
                    <a:pt x="1731250" y="1927412"/>
                  </a:cubicBezTo>
                  <a:cubicBezTo>
                    <a:pt x="1617485" y="1965333"/>
                    <a:pt x="1774105" y="1921426"/>
                    <a:pt x="1614709" y="1981200"/>
                  </a:cubicBezTo>
                  <a:cubicBezTo>
                    <a:pt x="1567806" y="1998789"/>
                    <a:pt x="1518553" y="2009476"/>
                    <a:pt x="1471273" y="2026024"/>
                  </a:cubicBezTo>
                  <a:cubicBezTo>
                    <a:pt x="1458659" y="2030439"/>
                    <a:pt x="1447731" y="2038767"/>
                    <a:pt x="1435414" y="2043953"/>
                  </a:cubicBezTo>
                  <a:cubicBezTo>
                    <a:pt x="1390921" y="2062687"/>
                    <a:pt x="1347184" y="2083869"/>
                    <a:pt x="1300944" y="2097741"/>
                  </a:cubicBezTo>
                  <a:cubicBezTo>
                    <a:pt x="1271062" y="2106706"/>
                    <a:pt x="1241357" y="2116285"/>
                    <a:pt x="1211297" y="2124635"/>
                  </a:cubicBezTo>
                  <a:cubicBezTo>
                    <a:pt x="1187554" y="2131230"/>
                    <a:pt x="1162956" y="2134773"/>
                    <a:pt x="1139579" y="2142565"/>
                  </a:cubicBezTo>
                  <a:cubicBezTo>
                    <a:pt x="1117989" y="2149762"/>
                    <a:pt x="1098416" y="2162262"/>
                    <a:pt x="1076826" y="2169459"/>
                  </a:cubicBezTo>
                  <a:cubicBezTo>
                    <a:pt x="1053449" y="2177251"/>
                    <a:pt x="1028486" y="2179596"/>
                    <a:pt x="1005109" y="2187388"/>
                  </a:cubicBezTo>
                  <a:cubicBezTo>
                    <a:pt x="965623" y="2200550"/>
                    <a:pt x="927462" y="2217395"/>
                    <a:pt x="888567" y="2232212"/>
                  </a:cubicBezTo>
                  <a:cubicBezTo>
                    <a:pt x="864708" y="2241301"/>
                    <a:pt x="839330" y="2247002"/>
                    <a:pt x="816850" y="2259106"/>
                  </a:cubicBezTo>
                  <a:cubicBezTo>
                    <a:pt x="675348" y="2335299"/>
                    <a:pt x="742166" y="2307907"/>
                    <a:pt x="619626" y="2348753"/>
                  </a:cubicBezTo>
                  <a:cubicBezTo>
                    <a:pt x="568765" y="2399614"/>
                    <a:pt x="616910" y="2356186"/>
                    <a:pt x="529979" y="2411506"/>
                  </a:cubicBezTo>
                  <a:cubicBezTo>
                    <a:pt x="517374" y="2419528"/>
                    <a:pt x="507093" y="2430987"/>
                    <a:pt x="494120" y="2438400"/>
                  </a:cubicBezTo>
                  <a:cubicBezTo>
                    <a:pt x="465112" y="2454976"/>
                    <a:pt x="434748" y="2469096"/>
                    <a:pt x="404473" y="2483224"/>
                  </a:cubicBezTo>
                  <a:cubicBezTo>
                    <a:pt x="232712" y="2563380"/>
                    <a:pt x="469157" y="2446401"/>
                    <a:pt x="323791" y="2519082"/>
                  </a:cubicBezTo>
                  <a:cubicBezTo>
                    <a:pt x="289548" y="2553327"/>
                    <a:pt x="324275" y="2522378"/>
                    <a:pt x="270003" y="2554941"/>
                  </a:cubicBezTo>
                  <a:cubicBezTo>
                    <a:pt x="251525" y="2566028"/>
                    <a:pt x="234827" y="2579942"/>
                    <a:pt x="216214" y="2590800"/>
                  </a:cubicBezTo>
                  <a:cubicBezTo>
                    <a:pt x="198899" y="2600900"/>
                    <a:pt x="179105" y="2606575"/>
                    <a:pt x="162426" y="2617694"/>
                  </a:cubicBezTo>
                  <a:cubicBezTo>
                    <a:pt x="34323" y="2703097"/>
                    <a:pt x="166187" y="2633744"/>
                    <a:pt x="72779" y="2680447"/>
                  </a:cubicBezTo>
                  <a:cubicBezTo>
                    <a:pt x="60826" y="2692400"/>
                    <a:pt x="50443" y="2706164"/>
                    <a:pt x="36920" y="2716306"/>
                  </a:cubicBezTo>
                  <a:cubicBezTo>
                    <a:pt x="26229" y="2724324"/>
                    <a:pt x="11753" y="2726217"/>
                    <a:pt x="1062" y="2734235"/>
                  </a:cubicBezTo>
                  <a:cubicBezTo>
                    <a:pt x="-1329" y="2736028"/>
                    <a:pt x="1062" y="2740212"/>
                    <a:pt x="1062" y="274320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extBox 2">
            <a:extLst>
              <a:ext uri="{FF2B5EF4-FFF2-40B4-BE49-F238E27FC236}">
                <a16:creationId xmlns:a16="http://schemas.microsoft.com/office/drawing/2014/main" id="{B7E9C78D-B010-63C9-6C2F-7DC6C6F16293}"/>
              </a:ext>
            </a:extLst>
          </p:cNvPr>
          <p:cNvSpPr txBox="1"/>
          <p:nvPr/>
        </p:nvSpPr>
        <p:spPr>
          <a:xfrm>
            <a:off x="358789" y="5885860"/>
            <a:ext cx="10941021" cy="830997"/>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直接与医院渠道毛销售额正相关的是公立二三级医院和民营医院分销率、品牌在分子式份额、分子式在目标市场份额、</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医院比率，间接正相关的是政策宽松度、其他公立医院分销率。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直接与零售渠道毛销售额正相关的是零售分销率，间接正相关的是公立二三级医院稳定性与零售品牌在分子式份额。</a:t>
            </a:r>
            <a:endParaRPr lang="en-GB" altLang="zh-CN" sz="1600" dirty="0">
              <a:latin typeface="微软雅黑" panose="020B0503020204020204" pitchFamily="34" charset="-122"/>
            </a:endParaRPr>
          </a:p>
        </p:txBody>
      </p:sp>
    </p:spTree>
    <p:extLst>
      <p:ext uri="{BB962C8B-B14F-4D97-AF65-F5344CB8AC3E}">
        <p14:creationId xmlns:p14="http://schemas.microsoft.com/office/powerpoint/2010/main" val="2463916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D30BC0-A186-4658-3A51-23DA6FDB734F}"/>
              </a:ext>
            </a:extLst>
          </p:cNvPr>
          <p:cNvSpPr txBox="1"/>
          <p:nvPr/>
        </p:nvSpPr>
        <p:spPr>
          <a:xfrm>
            <a:off x="285750" y="114300"/>
            <a:ext cx="4636770"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左洛复</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sp>
        <p:nvSpPr>
          <p:cNvPr id="3" name="TextBox 2">
            <a:extLst>
              <a:ext uri="{FF2B5EF4-FFF2-40B4-BE49-F238E27FC236}">
                <a16:creationId xmlns:a16="http://schemas.microsoft.com/office/drawing/2014/main" id="{D4A6EBEE-EFAE-256C-7E27-BFB43BA0AF19}"/>
              </a:ext>
            </a:extLst>
          </p:cNvPr>
          <p:cNvSpPr txBox="1"/>
          <p:nvPr/>
        </p:nvSpPr>
        <p:spPr>
          <a:xfrm>
            <a:off x="263525" y="4993886"/>
            <a:ext cx="10941021" cy="830997"/>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直接与零售渠道毛销售额正相关的是零售分销率，间接正相关的是医院和零售的非集中度。</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当研究时间段调整为近期</a:t>
            </a:r>
            <a:r>
              <a:rPr lang="en-US" altLang="zh-CN" sz="1600" dirty="0">
                <a:latin typeface="微软雅黑" panose="020B0503020204020204" pitchFamily="34" charset="-122"/>
              </a:rPr>
              <a:t>24Q3-25Q3</a:t>
            </a:r>
            <a:r>
              <a:rPr lang="zh-CN" altLang="en-US" sz="1600" dirty="0">
                <a:latin typeface="微软雅黑" panose="020B0503020204020204" pitchFamily="34" charset="-122"/>
              </a:rPr>
              <a:t>，</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医院比率和医院渠道毛销售额不再具有相关性。</a:t>
            </a:r>
            <a:endParaRPr lang="en-GB" altLang="zh-CN" sz="1600" dirty="0">
              <a:latin typeface="微软雅黑" panose="020B0503020204020204" pitchFamily="34" charset="-122"/>
            </a:endParaRPr>
          </a:p>
        </p:txBody>
      </p:sp>
      <p:grpSp>
        <p:nvGrpSpPr>
          <p:cNvPr id="20" name="Group 19">
            <a:extLst>
              <a:ext uri="{FF2B5EF4-FFF2-40B4-BE49-F238E27FC236}">
                <a16:creationId xmlns:a16="http://schemas.microsoft.com/office/drawing/2014/main" id="{0B2AEBFB-6E45-8C3F-6CD9-EEFEAF986573}"/>
              </a:ext>
            </a:extLst>
          </p:cNvPr>
          <p:cNvGrpSpPr/>
          <p:nvPr/>
        </p:nvGrpSpPr>
        <p:grpSpPr>
          <a:xfrm>
            <a:off x="10886992" y="3259723"/>
            <a:ext cx="1242255" cy="338554"/>
            <a:chOff x="10851742" y="6219402"/>
            <a:chExt cx="1242255" cy="338554"/>
          </a:xfrm>
        </p:grpSpPr>
        <p:grpSp>
          <p:nvGrpSpPr>
            <p:cNvPr id="5" name="Group 4">
              <a:extLst>
                <a:ext uri="{FF2B5EF4-FFF2-40B4-BE49-F238E27FC236}">
                  <a16:creationId xmlns:a16="http://schemas.microsoft.com/office/drawing/2014/main" id="{5738EF3E-13C3-8DFC-9C51-6C99CF999509}"/>
                </a:ext>
              </a:extLst>
            </p:cNvPr>
            <p:cNvGrpSpPr/>
            <p:nvPr/>
          </p:nvGrpSpPr>
          <p:grpSpPr>
            <a:xfrm>
              <a:off x="10851742" y="6304983"/>
              <a:ext cx="271485" cy="249736"/>
              <a:chOff x="5962646" y="5298994"/>
              <a:chExt cx="323850" cy="304800"/>
            </a:xfrm>
            <a:solidFill>
              <a:srgbClr val="C00000"/>
            </a:solidFill>
          </p:grpSpPr>
          <p:sp>
            <p:nvSpPr>
              <p:cNvPr id="6" name="Oval 5">
                <a:extLst>
                  <a:ext uri="{FF2B5EF4-FFF2-40B4-BE49-F238E27FC236}">
                    <a16:creationId xmlns:a16="http://schemas.microsoft.com/office/drawing/2014/main" id="{10908B11-7A7C-4326-C5FE-9848BAC1A2B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Flowchart: Process 6">
                <a:extLst>
                  <a:ext uri="{FF2B5EF4-FFF2-40B4-BE49-F238E27FC236}">
                    <a16:creationId xmlns:a16="http://schemas.microsoft.com/office/drawing/2014/main" id="{D180F25E-D1A2-D950-6C0B-204FC092D19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9" name="TextBox 8">
              <a:extLst>
                <a:ext uri="{FF2B5EF4-FFF2-40B4-BE49-F238E27FC236}">
                  <a16:creationId xmlns:a16="http://schemas.microsoft.com/office/drawing/2014/main" id="{3436DDB6-39D1-1F35-253B-96D31B1D71A9}"/>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40" name="Group 39">
            <a:extLst>
              <a:ext uri="{FF2B5EF4-FFF2-40B4-BE49-F238E27FC236}">
                <a16:creationId xmlns:a16="http://schemas.microsoft.com/office/drawing/2014/main" id="{4C5BEF03-15CA-BEFD-1D64-7E32903FBD79}"/>
              </a:ext>
            </a:extLst>
          </p:cNvPr>
          <p:cNvGrpSpPr/>
          <p:nvPr/>
        </p:nvGrpSpPr>
        <p:grpSpPr>
          <a:xfrm>
            <a:off x="0" y="1007633"/>
            <a:ext cx="12024360" cy="2873779"/>
            <a:chOff x="0" y="1007633"/>
            <a:chExt cx="12024360" cy="2873779"/>
          </a:xfrm>
        </p:grpSpPr>
        <p:grpSp>
          <p:nvGrpSpPr>
            <p:cNvPr id="8" name="Group 7">
              <a:extLst>
                <a:ext uri="{FF2B5EF4-FFF2-40B4-BE49-F238E27FC236}">
                  <a16:creationId xmlns:a16="http://schemas.microsoft.com/office/drawing/2014/main" id="{732F4D20-2243-2D99-62EC-117C11B9FC56}"/>
                </a:ext>
              </a:extLst>
            </p:cNvPr>
            <p:cNvGrpSpPr/>
            <p:nvPr/>
          </p:nvGrpSpPr>
          <p:grpSpPr>
            <a:xfrm>
              <a:off x="0" y="1193881"/>
              <a:ext cx="11896165" cy="2400966"/>
              <a:chOff x="0" y="1193881"/>
              <a:chExt cx="12192000" cy="2235119"/>
            </a:xfrm>
          </p:grpSpPr>
          <p:pic>
            <p:nvPicPr>
              <p:cNvPr id="10" name="Picture 9" descr="A diagram of a diagram&#10;&#10;AI-generated content may be incorrect.">
                <a:extLst>
                  <a:ext uri="{FF2B5EF4-FFF2-40B4-BE49-F238E27FC236}">
                    <a16:creationId xmlns:a16="http://schemas.microsoft.com/office/drawing/2014/main" id="{5693CEF3-561D-2E61-BC31-5C4B5C7D7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3881"/>
                <a:ext cx="12192000" cy="2235119"/>
              </a:xfrm>
              <a:prstGeom prst="rect">
                <a:avLst/>
              </a:prstGeom>
            </p:spPr>
          </p:pic>
          <p:grpSp>
            <p:nvGrpSpPr>
              <p:cNvPr id="11" name="Group 10">
                <a:extLst>
                  <a:ext uri="{FF2B5EF4-FFF2-40B4-BE49-F238E27FC236}">
                    <a16:creationId xmlns:a16="http://schemas.microsoft.com/office/drawing/2014/main" id="{2BC72990-DE17-C16B-775D-9CF320B8A5F2}"/>
                  </a:ext>
                </a:extLst>
              </p:cNvPr>
              <p:cNvGrpSpPr/>
              <p:nvPr/>
            </p:nvGrpSpPr>
            <p:grpSpPr>
              <a:xfrm>
                <a:off x="3480210" y="1737743"/>
                <a:ext cx="271485" cy="249736"/>
                <a:chOff x="5962646" y="5298994"/>
                <a:chExt cx="323850" cy="304800"/>
              </a:xfrm>
              <a:solidFill>
                <a:srgbClr val="C00000"/>
              </a:solidFill>
            </p:grpSpPr>
            <p:sp>
              <p:nvSpPr>
                <p:cNvPr id="12" name="Oval 11">
                  <a:extLst>
                    <a:ext uri="{FF2B5EF4-FFF2-40B4-BE49-F238E27FC236}">
                      <a16:creationId xmlns:a16="http://schemas.microsoft.com/office/drawing/2014/main" id="{6F7C5D60-4873-B9DF-F17F-5B62951ED48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Flowchart: Process 12">
                  <a:extLst>
                    <a:ext uri="{FF2B5EF4-FFF2-40B4-BE49-F238E27FC236}">
                      <a16:creationId xmlns:a16="http://schemas.microsoft.com/office/drawing/2014/main" id="{5862A94A-E8DE-F732-24A7-D6253E56A52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4" name="Group 13">
                <a:extLst>
                  <a:ext uri="{FF2B5EF4-FFF2-40B4-BE49-F238E27FC236}">
                    <a16:creationId xmlns:a16="http://schemas.microsoft.com/office/drawing/2014/main" id="{543FE620-EDDC-849A-EB03-8B73DF269B50}"/>
                  </a:ext>
                </a:extLst>
              </p:cNvPr>
              <p:cNvGrpSpPr/>
              <p:nvPr/>
            </p:nvGrpSpPr>
            <p:grpSpPr>
              <a:xfrm>
                <a:off x="6081284" y="1886681"/>
                <a:ext cx="212836" cy="201596"/>
                <a:chOff x="5962646" y="5298994"/>
                <a:chExt cx="323850" cy="304800"/>
              </a:xfrm>
              <a:solidFill>
                <a:srgbClr val="C00000"/>
              </a:solidFill>
            </p:grpSpPr>
            <p:sp>
              <p:nvSpPr>
                <p:cNvPr id="15" name="Oval 14">
                  <a:extLst>
                    <a:ext uri="{FF2B5EF4-FFF2-40B4-BE49-F238E27FC236}">
                      <a16:creationId xmlns:a16="http://schemas.microsoft.com/office/drawing/2014/main" id="{A3967692-F655-5B1F-A620-BE58C7E96A4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6" name="Flowchart: Process 15">
                  <a:extLst>
                    <a:ext uri="{FF2B5EF4-FFF2-40B4-BE49-F238E27FC236}">
                      <a16:creationId xmlns:a16="http://schemas.microsoft.com/office/drawing/2014/main" id="{D8C4C179-8196-A38C-ECAF-D7B1067002A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7" name="Group 16">
                <a:extLst>
                  <a:ext uri="{FF2B5EF4-FFF2-40B4-BE49-F238E27FC236}">
                    <a16:creationId xmlns:a16="http://schemas.microsoft.com/office/drawing/2014/main" id="{BB2F3D4E-2C97-B3C7-757B-05CF5224E50B}"/>
                  </a:ext>
                </a:extLst>
              </p:cNvPr>
              <p:cNvGrpSpPr/>
              <p:nvPr/>
            </p:nvGrpSpPr>
            <p:grpSpPr>
              <a:xfrm>
                <a:off x="4709684" y="2496281"/>
                <a:ext cx="212836" cy="201596"/>
                <a:chOff x="5962646" y="5298994"/>
                <a:chExt cx="323850" cy="304800"/>
              </a:xfrm>
              <a:solidFill>
                <a:srgbClr val="C00000"/>
              </a:solidFill>
            </p:grpSpPr>
            <p:sp>
              <p:nvSpPr>
                <p:cNvPr id="18" name="Oval 17">
                  <a:extLst>
                    <a:ext uri="{FF2B5EF4-FFF2-40B4-BE49-F238E27FC236}">
                      <a16:creationId xmlns:a16="http://schemas.microsoft.com/office/drawing/2014/main" id="{A1B51F5E-89A0-1B26-32C3-E1FAAD8538B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Flowchart: Process 18">
                  <a:extLst>
                    <a:ext uri="{FF2B5EF4-FFF2-40B4-BE49-F238E27FC236}">
                      <a16:creationId xmlns:a16="http://schemas.microsoft.com/office/drawing/2014/main" id="{52A20B09-37FB-E666-2E6A-10C54B0650A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2" name="Rectangle 1">
              <a:extLst>
                <a:ext uri="{FF2B5EF4-FFF2-40B4-BE49-F238E27FC236}">
                  <a16:creationId xmlns:a16="http://schemas.microsoft.com/office/drawing/2014/main" id="{592E5103-5DD4-BA36-73E6-9F96764B50CE}"/>
                </a:ext>
              </a:extLst>
            </p:cNvPr>
            <p:cNvSpPr/>
            <p:nvPr/>
          </p:nvSpPr>
          <p:spPr>
            <a:xfrm>
              <a:off x="7215304" y="3456782"/>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21" name="Freeform: Shape 20">
              <a:extLst>
                <a:ext uri="{FF2B5EF4-FFF2-40B4-BE49-F238E27FC236}">
                  <a16:creationId xmlns:a16="http://schemas.microsoft.com/office/drawing/2014/main" id="{7FF7DFE8-BDF0-1C1C-3406-5BB79DF45D00}"/>
                </a:ext>
              </a:extLst>
            </p:cNvPr>
            <p:cNvSpPr/>
            <p:nvPr/>
          </p:nvSpPr>
          <p:spPr>
            <a:xfrm>
              <a:off x="6051176" y="3424518"/>
              <a:ext cx="1165412" cy="315422"/>
            </a:xfrm>
            <a:custGeom>
              <a:avLst/>
              <a:gdLst>
                <a:gd name="connsiteX0" fmla="*/ 0 w 1165412"/>
                <a:gd name="connsiteY0" fmla="*/ 0 h 315422"/>
                <a:gd name="connsiteX1" fmla="*/ 152400 w 1165412"/>
                <a:gd name="connsiteY1" fmla="*/ 134470 h 315422"/>
                <a:gd name="connsiteX2" fmla="*/ 331695 w 1165412"/>
                <a:gd name="connsiteY2" fmla="*/ 197223 h 315422"/>
                <a:gd name="connsiteX3" fmla="*/ 430306 w 1165412"/>
                <a:gd name="connsiteY3" fmla="*/ 242047 h 315422"/>
                <a:gd name="connsiteX4" fmla="*/ 645459 w 1165412"/>
                <a:gd name="connsiteY4" fmla="*/ 277906 h 315422"/>
                <a:gd name="connsiteX5" fmla="*/ 896471 w 1165412"/>
                <a:gd name="connsiteY5" fmla="*/ 313764 h 315422"/>
                <a:gd name="connsiteX6" fmla="*/ 1165412 w 1165412"/>
                <a:gd name="connsiteY6" fmla="*/ 313764 h 31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12" h="315422">
                  <a:moveTo>
                    <a:pt x="0" y="0"/>
                  </a:moveTo>
                  <a:cubicBezTo>
                    <a:pt x="30253" y="30253"/>
                    <a:pt x="102444" y="112267"/>
                    <a:pt x="152400" y="134470"/>
                  </a:cubicBezTo>
                  <a:cubicBezTo>
                    <a:pt x="210262" y="160187"/>
                    <a:pt x="272645" y="174365"/>
                    <a:pt x="331695" y="197223"/>
                  </a:cubicBezTo>
                  <a:cubicBezTo>
                    <a:pt x="365367" y="210257"/>
                    <a:pt x="396052" y="230629"/>
                    <a:pt x="430306" y="242047"/>
                  </a:cubicBezTo>
                  <a:cubicBezTo>
                    <a:pt x="472553" y="256129"/>
                    <a:pt x="612984" y="272493"/>
                    <a:pt x="645459" y="277906"/>
                  </a:cubicBezTo>
                  <a:cubicBezTo>
                    <a:pt x="766273" y="298042"/>
                    <a:pt x="743713" y="307399"/>
                    <a:pt x="896471" y="313764"/>
                  </a:cubicBezTo>
                  <a:cubicBezTo>
                    <a:pt x="986040" y="317496"/>
                    <a:pt x="1075765" y="313764"/>
                    <a:pt x="1165412" y="313764"/>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Shape 24">
              <a:extLst>
                <a:ext uri="{FF2B5EF4-FFF2-40B4-BE49-F238E27FC236}">
                  <a16:creationId xmlns:a16="http://schemas.microsoft.com/office/drawing/2014/main" id="{0F09DD7E-C5BA-4E04-954E-3E699A4883C5}"/>
                </a:ext>
              </a:extLst>
            </p:cNvPr>
            <p:cNvSpPr/>
            <p:nvPr/>
          </p:nvSpPr>
          <p:spPr>
            <a:xfrm>
              <a:off x="9099176" y="2608729"/>
              <a:ext cx="1801906" cy="1048997"/>
            </a:xfrm>
            <a:custGeom>
              <a:avLst/>
              <a:gdLst>
                <a:gd name="connsiteX0" fmla="*/ 1801906 w 1801906"/>
                <a:gd name="connsiteY0" fmla="*/ 0 h 1048997"/>
                <a:gd name="connsiteX1" fmla="*/ 1559859 w 1801906"/>
                <a:gd name="connsiteY1" fmla="*/ 179295 h 1048997"/>
                <a:gd name="connsiteX2" fmla="*/ 1470212 w 1801906"/>
                <a:gd name="connsiteY2" fmla="*/ 224118 h 1048997"/>
                <a:gd name="connsiteX3" fmla="*/ 1308848 w 1801906"/>
                <a:gd name="connsiteY3" fmla="*/ 313765 h 1048997"/>
                <a:gd name="connsiteX4" fmla="*/ 1120589 w 1801906"/>
                <a:gd name="connsiteY4" fmla="*/ 421342 h 1048997"/>
                <a:gd name="connsiteX5" fmla="*/ 986118 w 1801906"/>
                <a:gd name="connsiteY5" fmla="*/ 519953 h 1048997"/>
                <a:gd name="connsiteX6" fmla="*/ 896471 w 1801906"/>
                <a:gd name="connsiteY6" fmla="*/ 555812 h 1048997"/>
                <a:gd name="connsiteX7" fmla="*/ 824753 w 1801906"/>
                <a:gd name="connsiteY7" fmla="*/ 609600 h 1048997"/>
                <a:gd name="connsiteX8" fmla="*/ 699248 w 1801906"/>
                <a:gd name="connsiteY8" fmla="*/ 681318 h 1048997"/>
                <a:gd name="connsiteX9" fmla="*/ 546848 w 1801906"/>
                <a:gd name="connsiteY9" fmla="*/ 797859 h 1048997"/>
                <a:gd name="connsiteX10" fmla="*/ 502024 w 1801906"/>
                <a:gd name="connsiteY10" fmla="*/ 815789 h 1048997"/>
                <a:gd name="connsiteX11" fmla="*/ 367553 w 1801906"/>
                <a:gd name="connsiteY11" fmla="*/ 878542 h 1048997"/>
                <a:gd name="connsiteX12" fmla="*/ 340659 w 1801906"/>
                <a:gd name="connsiteY12" fmla="*/ 905436 h 1048997"/>
                <a:gd name="connsiteX13" fmla="*/ 224118 w 1801906"/>
                <a:gd name="connsiteY13" fmla="*/ 977153 h 1048997"/>
                <a:gd name="connsiteX14" fmla="*/ 170330 w 1801906"/>
                <a:gd name="connsiteY14" fmla="*/ 995083 h 1048997"/>
                <a:gd name="connsiteX15" fmla="*/ 116542 w 1801906"/>
                <a:gd name="connsiteY15" fmla="*/ 1021977 h 1048997"/>
                <a:gd name="connsiteX16" fmla="*/ 44824 w 1801906"/>
                <a:gd name="connsiteY16" fmla="*/ 1039906 h 1048997"/>
                <a:gd name="connsiteX17" fmla="*/ 0 w 1801906"/>
                <a:gd name="connsiteY17" fmla="*/ 1048871 h 104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1906" h="1048997">
                  <a:moveTo>
                    <a:pt x="1801906" y="0"/>
                  </a:moveTo>
                  <a:cubicBezTo>
                    <a:pt x="1721551" y="80357"/>
                    <a:pt x="1696477" y="110987"/>
                    <a:pt x="1559859" y="179295"/>
                  </a:cubicBezTo>
                  <a:cubicBezTo>
                    <a:pt x="1529977" y="194236"/>
                    <a:pt x="1499662" y="208341"/>
                    <a:pt x="1470212" y="224118"/>
                  </a:cubicBezTo>
                  <a:cubicBezTo>
                    <a:pt x="1415973" y="253174"/>
                    <a:pt x="1362636" y="283883"/>
                    <a:pt x="1308848" y="313765"/>
                  </a:cubicBezTo>
                  <a:cubicBezTo>
                    <a:pt x="1282137" y="328604"/>
                    <a:pt x="1132946" y="410750"/>
                    <a:pt x="1120589" y="421342"/>
                  </a:cubicBezTo>
                  <a:cubicBezTo>
                    <a:pt x="1068952" y="465602"/>
                    <a:pt x="1047922" y="489051"/>
                    <a:pt x="986118" y="519953"/>
                  </a:cubicBezTo>
                  <a:cubicBezTo>
                    <a:pt x="957331" y="534346"/>
                    <a:pt x="924605" y="540182"/>
                    <a:pt x="896471" y="555812"/>
                  </a:cubicBezTo>
                  <a:cubicBezTo>
                    <a:pt x="870349" y="570324"/>
                    <a:pt x="849964" y="593557"/>
                    <a:pt x="824753" y="609600"/>
                  </a:cubicBezTo>
                  <a:cubicBezTo>
                    <a:pt x="784102" y="635469"/>
                    <a:pt x="736540" y="650806"/>
                    <a:pt x="699248" y="681318"/>
                  </a:cubicBezTo>
                  <a:cubicBezTo>
                    <a:pt x="662034" y="711766"/>
                    <a:pt x="596361" y="770852"/>
                    <a:pt x="546848" y="797859"/>
                  </a:cubicBezTo>
                  <a:cubicBezTo>
                    <a:pt x="532721" y="805565"/>
                    <a:pt x="516193" y="808160"/>
                    <a:pt x="502024" y="815789"/>
                  </a:cubicBezTo>
                  <a:cubicBezTo>
                    <a:pt x="380987" y="880962"/>
                    <a:pt x="481235" y="846060"/>
                    <a:pt x="367553" y="878542"/>
                  </a:cubicBezTo>
                  <a:cubicBezTo>
                    <a:pt x="358588" y="887507"/>
                    <a:pt x="350801" y="897829"/>
                    <a:pt x="340659" y="905436"/>
                  </a:cubicBezTo>
                  <a:cubicBezTo>
                    <a:pt x="315467" y="924330"/>
                    <a:pt x="261348" y="962261"/>
                    <a:pt x="224118" y="977153"/>
                  </a:cubicBezTo>
                  <a:cubicBezTo>
                    <a:pt x="206571" y="984172"/>
                    <a:pt x="187775" y="987814"/>
                    <a:pt x="170330" y="995083"/>
                  </a:cubicBezTo>
                  <a:cubicBezTo>
                    <a:pt x="151826" y="1002793"/>
                    <a:pt x="135420" y="1015235"/>
                    <a:pt x="116542" y="1021977"/>
                  </a:cubicBezTo>
                  <a:cubicBezTo>
                    <a:pt x="93336" y="1030265"/>
                    <a:pt x="68201" y="1032113"/>
                    <a:pt x="44824" y="1039906"/>
                  </a:cubicBezTo>
                  <a:cubicBezTo>
                    <a:pt x="12260" y="1050761"/>
                    <a:pt x="27380" y="1048871"/>
                    <a:pt x="0" y="1048871"/>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Shape 32">
              <a:extLst>
                <a:ext uri="{FF2B5EF4-FFF2-40B4-BE49-F238E27FC236}">
                  <a16:creationId xmlns:a16="http://schemas.microsoft.com/office/drawing/2014/main" id="{FC48DAB9-B951-A1F4-E928-35B37EA78536}"/>
                </a:ext>
              </a:extLst>
            </p:cNvPr>
            <p:cNvSpPr/>
            <p:nvPr/>
          </p:nvSpPr>
          <p:spPr>
            <a:xfrm>
              <a:off x="5695278" y="1007633"/>
              <a:ext cx="6329082" cy="2698376"/>
            </a:xfrm>
            <a:custGeom>
              <a:avLst/>
              <a:gdLst>
                <a:gd name="connsiteX0" fmla="*/ 0 w 6329082"/>
                <a:gd name="connsiteY0" fmla="*/ 367553 h 2698376"/>
                <a:gd name="connsiteX1" fmla="*/ 295835 w 6329082"/>
                <a:gd name="connsiteY1" fmla="*/ 322729 h 2698376"/>
                <a:gd name="connsiteX2" fmla="*/ 582706 w 6329082"/>
                <a:gd name="connsiteY2" fmla="*/ 268941 h 2698376"/>
                <a:gd name="connsiteX3" fmla="*/ 708211 w 6329082"/>
                <a:gd name="connsiteY3" fmla="*/ 251012 h 2698376"/>
                <a:gd name="connsiteX4" fmla="*/ 860611 w 6329082"/>
                <a:gd name="connsiteY4" fmla="*/ 215153 h 2698376"/>
                <a:gd name="connsiteX5" fmla="*/ 1201270 w 6329082"/>
                <a:gd name="connsiteY5" fmla="*/ 179294 h 2698376"/>
                <a:gd name="connsiteX6" fmla="*/ 1604682 w 6329082"/>
                <a:gd name="connsiteY6" fmla="*/ 143435 h 2698376"/>
                <a:gd name="connsiteX7" fmla="*/ 1864658 w 6329082"/>
                <a:gd name="connsiteY7" fmla="*/ 107576 h 2698376"/>
                <a:gd name="connsiteX8" fmla="*/ 2124635 w 6329082"/>
                <a:gd name="connsiteY8" fmla="*/ 89647 h 2698376"/>
                <a:gd name="connsiteX9" fmla="*/ 2348753 w 6329082"/>
                <a:gd name="connsiteY9" fmla="*/ 71718 h 2698376"/>
                <a:gd name="connsiteX10" fmla="*/ 2796988 w 6329082"/>
                <a:gd name="connsiteY10" fmla="*/ 35859 h 2698376"/>
                <a:gd name="connsiteX11" fmla="*/ 2913529 w 6329082"/>
                <a:gd name="connsiteY11" fmla="*/ 26894 h 2698376"/>
                <a:gd name="connsiteX12" fmla="*/ 3137647 w 6329082"/>
                <a:gd name="connsiteY12" fmla="*/ 17929 h 2698376"/>
                <a:gd name="connsiteX13" fmla="*/ 3469341 w 6329082"/>
                <a:gd name="connsiteY13" fmla="*/ 0 h 2698376"/>
                <a:gd name="connsiteX14" fmla="*/ 4007223 w 6329082"/>
                <a:gd name="connsiteY14" fmla="*/ 8965 h 2698376"/>
                <a:gd name="connsiteX15" fmla="*/ 4401670 w 6329082"/>
                <a:gd name="connsiteY15" fmla="*/ 35859 h 2698376"/>
                <a:gd name="connsiteX16" fmla="*/ 4598894 w 6329082"/>
                <a:gd name="connsiteY16" fmla="*/ 44823 h 2698376"/>
                <a:gd name="connsiteX17" fmla="*/ 4831976 w 6329082"/>
                <a:gd name="connsiteY17" fmla="*/ 62753 h 2698376"/>
                <a:gd name="connsiteX18" fmla="*/ 5011270 w 6329082"/>
                <a:gd name="connsiteY18" fmla="*/ 107576 h 2698376"/>
                <a:gd name="connsiteX19" fmla="*/ 5253317 w 6329082"/>
                <a:gd name="connsiteY19" fmla="*/ 125506 h 2698376"/>
                <a:gd name="connsiteX20" fmla="*/ 5360894 w 6329082"/>
                <a:gd name="connsiteY20" fmla="*/ 143435 h 2698376"/>
                <a:gd name="connsiteX21" fmla="*/ 5432611 w 6329082"/>
                <a:gd name="connsiteY21" fmla="*/ 170329 h 2698376"/>
                <a:gd name="connsiteX22" fmla="*/ 5567082 w 6329082"/>
                <a:gd name="connsiteY22" fmla="*/ 188259 h 2698376"/>
                <a:gd name="connsiteX23" fmla="*/ 5710517 w 6329082"/>
                <a:gd name="connsiteY23" fmla="*/ 233082 h 2698376"/>
                <a:gd name="connsiteX24" fmla="*/ 5773270 w 6329082"/>
                <a:gd name="connsiteY24" fmla="*/ 268941 h 2698376"/>
                <a:gd name="connsiteX25" fmla="*/ 5934635 w 6329082"/>
                <a:gd name="connsiteY25" fmla="*/ 322729 h 2698376"/>
                <a:gd name="connsiteX26" fmla="*/ 5952564 w 6329082"/>
                <a:gd name="connsiteY26" fmla="*/ 340659 h 2698376"/>
                <a:gd name="connsiteX27" fmla="*/ 6096000 w 6329082"/>
                <a:gd name="connsiteY27" fmla="*/ 376518 h 2698376"/>
                <a:gd name="connsiteX28" fmla="*/ 6122894 w 6329082"/>
                <a:gd name="connsiteY28" fmla="*/ 412376 h 2698376"/>
                <a:gd name="connsiteX29" fmla="*/ 6158753 w 6329082"/>
                <a:gd name="connsiteY29" fmla="*/ 457200 h 2698376"/>
                <a:gd name="connsiteX30" fmla="*/ 6194611 w 6329082"/>
                <a:gd name="connsiteY30" fmla="*/ 528918 h 2698376"/>
                <a:gd name="connsiteX31" fmla="*/ 6275294 w 6329082"/>
                <a:gd name="connsiteY31" fmla="*/ 627529 h 2698376"/>
                <a:gd name="connsiteX32" fmla="*/ 6320117 w 6329082"/>
                <a:gd name="connsiteY32" fmla="*/ 770965 h 2698376"/>
                <a:gd name="connsiteX33" fmla="*/ 6329082 w 6329082"/>
                <a:gd name="connsiteY33" fmla="*/ 878541 h 2698376"/>
                <a:gd name="connsiteX34" fmla="*/ 6311153 w 6329082"/>
                <a:gd name="connsiteY34" fmla="*/ 1129553 h 2698376"/>
                <a:gd name="connsiteX35" fmla="*/ 6302188 w 6329082"/>
                <a:gd name="connsiteY35" fmla="*/ 1210235 h 2698376"/>
                <a:gd name="connsiteX36" fmla="*/ 6248400 w 6329082"/>
                <a:gd name="connsiteY36" fmla="*/ 1353671 h 2698376"/>
                <a:gd name="connsiteX37" fmla="*/ 6221506 w 6329082"/>
                <a:gd name="connsiteY37" fmla="*/ 1434353 h 2698376"/>
                <a:gd name="connsiteX38" fmla="*/ 6194611 w 6329082"/>
                <a:gd name="connsiteY38" fmla="*/ 1479176 h 2698376"/>
                <a:gd name="connsiteX39" fmla="*/ 6131858 w 6329082"/>
                <a:gd name="connsiteY39" fmla="*/ 1604682 h 2698376"/>
                <a:gd name="connsiteX40" fmla="*/ 6024282 w 6329082"/>
                <a:gd name="connsiteY40" fmla="*/ 1775012 h 2698376"/>
                <a:gd name="connsiteX41" fmla="*/ 5746376 w 6329082"/>
                <a:gd name="connsiteY41" fmla="*/ 1918447 h 2698376"/>
                <a:gd name="connsiteX42" fmla="*/ 5620870 w 6329082"/>
                <a:gd name="connsiteY42" fmla="*/ 1963271 h 2698376"/>
                <a:gd name="connsiteX43" fmla="*/ 5450541 w 6329082"/>
                <a:gd name="connsiteY43" fmla="*/ 2043953 h 2698376"/>
                <a:gd name="connsiteX44" fmla="*/ 5378823 w 6329082"/>
                <a:gd name="connsiteY44" fmla="*/ 2070847 h 2698376"/>
                <a:gd name="connsiteX45" fmla="*/ 5244353 w 6329082"/>
                <a:gd name="connsiteY45" fmla="*/ 2115671 h 2698376"/>
                <a:gd name="connsiteX46" fmla="*/ 5190564 w 6329082"/>
                <a:gd name="connsiteY46" fmla="*/ 2142565 h 2698376"/>
                <a:gd name="connsiteX47" fmla="*/ 5065058 w 6329082"/>
                <a:gd name="connsiteY47" fmla="*/ 2196353 h 2698376"/>
                <a:gd name="connsiteX48" fmla="*/ 4957482 w 6329082"/>
                <a:gd name="connsiteY48" fmla="*/ 2250141 h 2698376"/>
                <a:gd name="connsiteX49" fmla="*/ 4796117 w 6329082"/>
                <a:gd name="connsiteY49" fmla="*/ 2312894 h 2698376"/>
                <a:gd name="connsiteX50" fmla="*/ 4688541 w 6329082"/>
                <a:gd name="connsiteY50" fmla="*/ 2366682 h 2698376"/>
                <a:gd name="connsiteX51" fmla="*/ 4616823 w 6329082"/>
                <a:gd name="connsiteY51" fmla="*/ 2402541 h 2698376"/>
                <a:gd name="connsiteX52" fmla="*/ 4500282 w 6329082"/>
                <a:gd name="connsiteY52" fmla="*/ 2447365 h 2698376"/>
                <a:gd name="connsiteX53" fmla="*/ 4401670 w 6329082"/>
                <a:gd name="connsiteY53" fmla="*/ 2492188 h 2698376"/>
                <a:gd name="connsiteX54" fmla="*/ 4329953 w 6329082"/>
                <a:gd name="connsiteY54" fmla="*/ 2510118 h 2698376"/>
                <a:gd name="connsiteX55" fmla="*/ 4303058 w 6329082"/>
                <a:gd name="connsiteY55" fmla="*/ 2519082 h 2698376"/>
                <a:gd name="connsiteX56" fmla="*/ 4258235 w 6329082"/>
                <a:gd name="connsiteY56" fmla="*/ 2528047 h 2698376"/>
                <a:gd name="connsiteX57" fmla="*/ 4141694 w 6329082"/>
                <a:gd name="connsiteY57" fmla="*/ 2554941 h 2698376"/>
                <a:gd name="connsiteX58" fmla="*/ 4061011 w 6329082"/>
                <a:gd name="connsiteY58" fmla="*/ 2572871 h 2698376"/>
                <a:gd name="connsiteX59" fmla="*/ 3935506 w 6329082"/>
                <a:gd name="connsiteY59" fmla="*/ 2617694 h 2698376"/>
                <a:gd name="connsiteX60" fmla="*/ 3872753 w 6329082"/>
                <a:gd name="connsiteY60" fmla="*/ 2626659 h 2698376"/>
                <a:gd name="connsiteX61" fmla="*/ 3801035 w 6329082"/>
                <a:gd name="connsiteY61" fmla="*/ 2644588 h 2698376"/>
                <a:gd name="connsiteX62" fmla="*/ 3702423 w 6329082"/>
                <a:gd name="connsiteY62" fmla="*/ 2662518 h 2698376"/>
                <a:gd name="connsiteX63" fmla="*/ 3603811 w 6329082"/>
                <a:gd name="connsiteY63" fmla="*/ 2671482 h 2698376"/>
                <a:gd name="connsiteX64" fmla="*/ 3469341 w 6329082"/>
                <a:gd name="connsiteY64" fmla="*/ 2698376 h 2698376"/>
                <a:gd name="connsiteX65" fmla="*/ 3415553 w 6329082"/>
                <a:gd name="connsiteY65" fmla="*/ 2680447 h 269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329082" h="2698376">
                  <a:moveTo>
                    <a:pt x="0" y="367553"/>
                  </a:moveTo>
                  <a:cubicBezTo>
                    <a:pt x="204899" y="322018"/>
                    <a:pt x="-87434" y="384326"/>
                    <a:pt x="295835" y="322729"/>
                  </a:cubicBezTo>
                  <a:cubicBezTo>
                    <a:pt x="391892" y="307291"/>
                    <a:pt x="486394" y="282700"/>
                    <a:pt x="582706" y="268941"/>
                  </a:cubicBezTo>
                  <a:cubicBezTo>
                    <a:pt x="624541" y="262965"/>
                    <a:pt x="666721" y="259042"/>
                    <a:pt x="708211" y="251012"/>
                  </a:cubicBezTo>
                  <a:cubicBezTo>
                    <a:pt x="759447" y="241095"/>
                    <a:pt x="808967" y="222665"/>
                    <a:pt x="860611" y="215153"/>
                  </a:cubicBezTo>
                  <a:cubicBezTo>
                    <a:pt x="973602" y="198718"/>
                    <a:pt x="1087763" y="191677"/>
                    <a:pt x="1201270" y="179294"/>
                  </a:cubicBezTo>
                  <a:cubicBezTo>
                    <a:pt x="1549790" y="141274"/>
                    <a:pt x="1117645" y="181885"/>
                    <a:pt x="1604682" y="143435"/>
                  </a:cubicBezTo>
                  <a:cubicBezTo>
                    <a:pt x="1759067" y="131247"/>
                    <a:pt x="1650227" y="134380"/>
                    <a:pt x="1864658" y="107576"/>
                  </a:cubicBezTo>
                  <a:cubicBezTo>
                    <a:pt x="1907055" y="102276"/>
                    <a:pt x="2092204" y="92020"/>
                    <a:pt x="2124635" y="89647"/>
                  </a:cubicBezTo>
                  <a:lnTo>
                    <a:pt x="2348753" y="71718"/>
                  </a:lnTo>
                  <a:cubicBezTo>
                    <a:pt x="2807235" y="31850"/>
                    <a:pt x="2220914" y="77007"/>
                    <a:pt x="2796988" y="35859"/>
                  </a:cubicBezTo>
                  <a:cubicBezTo>
                    <a:pt x="2835851" y="33083"/>
                    <a:pt x="2874621" y="28942"/>
                    <a:pt x="2913529" y="26894"/>
                  </a:cubicBezTo>
                  <a:cubicBezTo>
                    <a:pt x="2988191" y="22964"/>
                    <a:pt x="3062949" y="21108"/>
                    <a:pt x="3137647" y="17929"/>
                  </a:cubicBezTo>
                  <a:cubicBezTo>
                    <a:pt x="3350646" y="8865"/>
                    <a:pt x="3289072" y="12018"/>
                    <a:pt x="3469341" y="0"/>
                  </a:cubicBezTo>
                  <a:lnTo>
                    <a:pt x="4007223" y="8965"/>
                  </a:lnTo>
                  <a:cubicBezTo>
                    <a:pt x="4090279" y="11122"/>
                    <a:pt x="4347521" y="32544"/>
                    <a:pt x="4401670" y="35859"/>
                  </a:cubicBezTo>
                  <a:cubicBezTo>
                    <a:pt x="4467356" y="39881"/>
                    <a:pt x="4533213" y="40718"/>
                    <a:pt x="4598894" y="44823"/>
                  </a:cubicBezTo>
                  <a:cubicBezTo>
                    <a:pt x="4676666" y="49684"/>
                    <a:pt x="4831976" y="62753"/>
                    <a:pt x="4831976" y="62753"/>
                  </a:cubicBezTo>
                  <a:cubicBezTo>
                    <a:pt x="4891741" y="77694"/>
                    <a:pt x="4949919" y="101998"/>
                    <a:pt x="5011270" y="107576"/>
                  </a:cubicBezTo>
                  <a:cubicBezTo>
                    <a:pt x="5157590" y="120878"/>
                    <a:pt x="5076940" y="114482"/>
                    <a:pt x="5253317" y="125506"/>
                  </a:cubicBezTo>
                  <a:cubicBezTo>
                    <a:pt x="5289176" y="131482"/>
                    <a:pt x="5325626" y="134618"/>
                    <a:pt x="5360894" y="143435"/>
                  </a:cubicBezTo>
                  <a:cubicBezTo>
                    <a:pt x="5385663" y="149627"/>
                    <a:pt x="5407662" y="164905"/>
                    <a:pt x="5432611" y="170329"/>
                  </a:cubicBezTo>
                  <a:cubicBezTo>
                    <a:pt x="5476799" y="179935"/>
                    <a:pt x="5522258" y="182282"/>
                    <a:pt x="5567082" y="188259"/>
                  </a:cubicBezTo>
                  <a:cubicBezTo>
                    <a:pt x="5649289" y="249914"/>
                    <a:pt x="5546195" y="181191"/>
                    <a:pt x="5710517" y="233082"/>
                  </a:cubicBezTo>
                  <a:cubicBezTo>
                    <a:pt x="5733491" y="240337"/>
                    <a:pt x="5750901" y="259993"/>
                    <a:pt x="5773270" y="268941"/>
                  </a:cubicBezTo>
                  <a:cubicBezTo>
                    <a:pt x="5825913" y="289998"/>
                    <a:pt x="5934635" y="322729"/>
                    <a:pt x="5934635" y="322729"/>
                  </a:cubicBezTo>
                  <a:cubicBezTo>
                    <a:pt x="5940611" y="328706"/>
                    <a:pt x="5944675" y="337625"/>
                    <a:pt x="5952564" y="340659"/>
                  </a:cubicBezTo>
                  <a:cubicBezTo>
                    <a:pt x="5997198" y="357826"/>
                    <a:pt x="6048481" y="367014"/>
                    <a:pt x="6096000" y="376518"/>
                  </a:cubicBezTo>
                  <a:cubicBezTo>
                    <a:pt x="6104965" y="388471"/>
                    <a:pt x="6113329" y="400898"/>
                    <a:pt x="6122894" y="412376"/>
                  </a:cubicBezTo>
                  <a:cubicBezTo>
                    <a:pt x="6147167" y="441503"/>
                    <a:pt x="6137760" y="418712"/>
                    <a:pt x="6158753" y="457200"/>
                  </a:cubicBezTo>
                  <a:cubicBezTo>
                    <a:pt x="6171551" y="480664"/>
                    <a:pt x="6179518" y="506860"/>
                    <a:pt x="6194611" y="528918"/>
                  </a:cubicBezTo>
                  <a:cubicBezTo>
                    <a:pt x="6218594" y="563969"/>
                    <a:pt x="6248400" y="594659"/>
                    <a:pt x="6275294" y="627529"/>
                  </a:cubicBezTo>
                  <a:cubicBezTo>
                    <a:pt x="6294179" y="677890"/>
                    <a:pt x="6312076" y="717359"/>
                    <a:pt x="6320117" y="770965"/>
                  </a:cubicBezTo>
                  <a:cubicBezTo>
                    <a:pt x="6325455" y="806550"/>
                    <a:pt x="6326094" y="842682"/>
                    <a:pt x="6329082" y="878541"/>
                  </a:cubicBezTo>
                  <a:cubicBezTo>
                    <a:pt x="6323106" y="962212"/>
                    <a:pt x="6317932" y="1045944"/>
                    <a:pt x="6311153" y="1129553"/>
                  </a:cubicBezTo>
                  <a:cubicBezTo>
                    <a:pt x="6308966" y="1156524"/>
                    <a:pt x="6307175" y="1183639"/>
                    <a:pt x="6302188" y="1210235"/>
                  </a:cubicBezTo>
                  <a:cubicBezTo>
                    <a:pt x="6289597" y="1277383"/>
                    <a:pt x="6274931" y="1285446"/>
                    <a:pt x="6248400" y="1353671"/>
                  </a:cubicBezTo>
                  <a:cubicBezTo>
                    <a:pt x="6238125" y="1380092"/>
                    <a:pt x="6232673" y="1408296"/>
                    <a:pt x="6221506" y="1434353"/>
                  </a:cubicBezTo>
                  <a:cubicBezTo>
                    <a:pt x="6214642" y="1450368"/>
                    <a:pt x="6202726" y="1463757"/>
                    <a:pt x="6194611" y="1479176"/>
                  </a:cubicBezTo>
                  <a:cubicBezTo>
                    <a:pt x="6172826" y="1520566"/>
                    <a:pt x="6152776" y="1562847"/>
                    <a:pt x="6131858" y="1604682"/>
                  </a:cubicBezTo>
                  <a:cubicBezTo>
                    <a:pt x="6111031" y="1646337"/>
                    <a:pt x="6067536" y="1747979"/>
                    <a:pt x="6024282" y="1775012"/>
                  </a:cubicBezTo>
                  <a:cubicBezTo>
                    <a:pt x="5926714" y="1835991"/>
                    <a:pt x="5873260" y="1873131"/>
                    <a:pt x="5746376" y="1918447"/>
                  </a:cubicBezTo>
                  <a:cubicBezTo>
                    <a:pt x="5704541" y="1933388"/>
                    <a:pt x="5662116" y="1946773"/>
                    <a:pt x="5620870" y="1963271"/>
                  </a:cubicBezTo>
                  <a:cubicBezTo>
                    <a:pt x="5442528" y="2034607"/>
                    <a:pt x="5595560" y="1980507"/>
                    <a:pt x="5450541" y="2043953"/>
                  </a:cubicBezTo>
                  <a:cubicBezTo>
                    <a:pt x="5427150" y="2054187"/>
                    <a:pt x="5402937" y="2062459"/>
                    <a:pt x="5378823" y="2070847"/>
                  </a:cubicBezTo>
                  <a:cubicBezTo>
                    <a:pt x="5334197" y="2086369"/>
                    <a:pt x="5286613" y="2094541"/>
                    <a:pt x="5244353" y="2115671"/>
                  </a:cubicBezTo>
                  <a:cubicBezTo>
                    <a:pt x="5226423" y="2124636"/>
                    <a:pt x="5208844" y="2134339"/>
                    <a:pt x="5190564" y="2142565"/>
                  </a:cubicBezTo>
                  <a:cubicBezTo>
                    <a:pt x="5149057" y="2161243"/>
                    <a:pt x="5105768" y="2175998"/>
                    <a:pt x="5065058" y="2196353"/>
                  </a:cubicBezTo>
                  <a:cubicBezTo>
                    <a:pt x="5029199" y="2214282"/>
                    <a:pt x="4994268" y="2234200"/>
                    <a:pt x="4957482" y="2250141"/>
                  </a:cubicBezTo>
                  <a:cubicBezTo>
                    <a:pt x="4904528" y="2273088"/>
                    <a:pt x="4846225" y="2284260"/>
                    <a:pt x="4796117" y="2312894"/>
                  </a:cubicBezTo>
                  <a:cubicBezTo>
                    <a:pt x="4663057" y="2388928"/>
                    <a:pt x="4793361" y="2318304"/>
                    <a:pt x="4688541" y="2366682"/>
                  </a:cubicBezTo>
                  <a:cubicBezTo>
                    <a:pt x="4664273" y="2377882"/>
                    <a:pt x="4641390" y="2392012"/>
                    <a:pt x="4616823" y="2402541"/>
                  </a:cubicBezTo>
                  <a:cubicBezTo>
                    <a:pt x="4578567" y="2418937"/>
                    <a:pt x="4538316" y="2430461"/>
                    <a:pt x="4500282" y="2447365"/>
                  </a:cubicBezTo>
                  <a:cubicBezTo>
                    <a:pt x="4398892" y="2492428"/>
                    <a:pt x="4515765" y="2459589"/>
                    <a:pt x="4401670" y="2492188"/>
                  </a:cubicBezTo>
                  <a:cubicBezTo>
                    <a:pt x="4377977" y="2498958"/>
                    <a:pt x="4353726" y="2503634"/>
                    <a:pt x="4329953" y="2510118"/>
                  </a:cubicBezTo>
                  <a:cubicBezTo>
                    <a:pt x="4320836" y="2512604"/>
                    <a:pt x="4312226" y="2516790"/>
                    <a:pt x="4303058" y="2519082"/>
                  </a:cubicBezTo>
                  <a:cubicBezTo>
                    <a:pt x="4288276" y="2522777"/>
                    <a:pt x="4273134" y="2524854"/>
                    <a:pt x="4258235" y="2528047"/>
                  </a:cubicBezTo>
                  <a:cubicBezTo>
                    <a:pt x="4046897" y="2573334"/>
                    <a:pt x="4257333" y="2528254"/>
                    <a:pt x="4141694" y="2554941"/>
                  </a:cubicBezTo>
                  <a:cubicBezTo>
                    <a:pt x="4114849" y="2561136"/>
                    <a:pt x="4087442" y="2565097"/>
                    <a:pt x="4061011" y="2572871"/>
                  </a:cubicBezTo>
                  <a:cubicBezTo>
                    <a:pt x="4028049" y="2582566"/>
                    <a:pt x="3971728" y="2609335"/>
                    <a:pt x="3935506" y="2617694"/>
                  </a:cubicBezTo>
                  <a:cubicBezTo>
                    <a:pt x="3914917" y="2622445"/>
                    <a:pt x="3893473" y="2622515"/>
                    <a:pt x="3872753" y="2626659"/>
                  </a:cubicBezTo>
                  <a:cubicBezTo>
                    <a:pt x="3848590" y="2631492"/>
                    <a:pt x="3825148" y="2639512"/>
                    <a:pt x="3801035" y="2644588"/>
                  </a:cubicBezTo>
                  <a:cubicBezTo>
                    <a:pt x="3768342" y="2651471"/>
                    <a:pt x="3735526" y="2658004"/>
                    <a:pt x="3702423" y="2662518"/>
                  </a:cubicBezTo>
                  <a:cubicBezTo>
                    <a:pt x="3669719" y="2666978"/>
                    <a:pt x="3636540" y="2667213"/>
                    <a:pt x="3603811" y="2671482"/>
                  </a:cubicBezTo>
                  <a:cubicBezTo>
                    <a:pt x="3507795" y="2684006"/>
                    <a:pt x="3525295" y="2679726"/>
                    <a:pt x="3469341" y="2698376"/>
                  </a:cubicBezTo>
                  <a:cubicBezTo>
                    <a:pt x="3412605" y="2688921"/>
                    <a:pt x="3415553" y="2707589"/>
                    <a:pt x="3415553" y="268044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Freeform: Shape 36">
              <a:extLst>
                <a:ext uri="{FF2B5EF4-FFF2-40B4-BE49-F238E27FC236}">
                  <a16:creationId xmlns:a16="http://schemas.microsoft.com/office/drawing/2014/main" id="{7DC436E3-17B2-BC81-A026-2FA731E057E3}"/>
                </a:ext>
              </a:extLst>
            </p:cNvPr>
            <p:cNvSpPr/>
            <p:nvPr/>
          </p:nvSpPr>
          <p:spPr>
            <a:xfrm>
              <a:off x="6354704" y="2557728"/>
              <a:ext cx="878542" cy="1137042"/>
            </a:xfrm>
            <a:custGeom>
              <a:avLst/>
              <a:gdLst>
                <a:gd name="connsiteX0" fmla="*/ 0 w 878542"/>
                <a:gd name="connsiteY0" fmla="*/ 0 h 1121233"/>
                <a:gd name="connsiteX1" fmla="*/ 107577 w 878542"/>
                <a:gd name="connsiteY1" fmla="*/ 259977 h 1121233"/>
                <a:gd name="connsiteX2" fmla="*/ 161365 w 878542"/>
                <a:gd name="connsiteY2" fmla="*/ 358589 h 1121233"/>
                <a:gd name="connsiteX3" fmla="*/ 197224 w 878542"/>
                <a:gd name="connsiteY3" fmla="*/ 448236 h 1121233"/>
                <a:gd name="connsiteX4" fmla="*/ 340659 w 878542"/>
                <a:gd name="connsiteY4" fmla="*/ 609600 h 1121233"/>
                <a:gd name="connsiteX5" fmla="*/ 394448 w 878542"/>
                <a:gd name="connsiteY5" fmla="*/ 663389 h 1121233"/>
                <a:gd name="connsiteX6" fmla="*/ 421342 w 878542"/>
                <a:gd name="connsiteY6" fmla="*/ 690283 h 1121233"/>
                <a:gd name="connsiteX7" fmla="*/ 493059 w 878542"/>
                <a:gd name="connsiteY7" fmla="*/ 797859 h 1121233"/>
                <a:gd name="connsiteX8" fmla="*/ 546848 w 878542"/>
                <a:gd name="connsiteY8" fmla="*/ 851647 h 1121233"/>
                <a:gd name="connsiteX9" fmla="*/ 573742 w 878542"/>
                <a:gd name="connsiteY9" fmla="*/ 896471 h 1121233"/>
                <a:gd name="connsiteX10" fmla="*/ 636495 w 878542"/>
                <a:gd name="connsiteY10" fmla="*/ 950259 h 1121233"/>
                <a:gd name="connsiteX11" fmla="*/ 681318 w 878542"/>
                <a:gd name="connsiteY11" fmla="*/ 1004047 h 1121233"/>
                <a:gd name="connsiteX12" fmla="*/ 744071 w 878542"/>
                <a:gd name="connsiteY12" fmla="*/ 1039906 h 1121233"/>
                <a:gd name="connsiteX13" fmla="*/ 806824 w 878542"/>
                <a:gd name="connsiteY13" fmla="*/ 1084730 h 1121233"/>
                <a:gd name="connsiteX14" fmla="*/ 878542 w 878542"/>
                <a:gd name="connsiteY14" fmla="*/ 1120589 h 1121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8542" h="1121233">
                  <a:moveTo>
                    <a:pt x="0" y="0"/>
                  </a:moveTo>
                  <a:cubicBezTo>
                    <a:pt x="10628" y="26570"/>
                    <a:pt x="91402" y="231670"/>
                    <a:pt x="107577" y="259977"/>
                  </a:cubicBezTo>
                  <a:cubicBezTo>
                    <a:pt x="115574" y="273972"/>
                    <a:pt x="151795" y="334664"/>
                    <a:pt x="161365" y="358589"/>
                  </a:cubicBezTo>
                  <a:cubicBezTo>
                    <a:pt x="174376" y="391117"/>
                    <a:pt x="177310" y="419471"/>
                    <a:pt x="197224" y="448236"/>
                  </a:cubicBezTo>
                  <a:cubicBezTo>
                    <a:pt x="252574" y="528187"/>
                    <a:pt x="270215" y="539156"/>
                    <a:pt x="340659" y="609600"/>
                  </a:cubicBezTo>
                  <a:lnTo>
                    <a:pt x="394448" y="663389"/>
                  </a:lnTo>
                  <a:cubicBezTo>
                    <a:pt x="403413" y="672354"/>
                    <a:pt x="414310" y="679734"/>
                    <a:pt x="421342" y="690283"/>
                  </a:cubicBezTo>
                  <a:cubicBezTo>
                    <a:pt x="445248" y="726142"/>
                    <a:pt x="462585" y="767385"/>
                    <a:pt x="493059" y="797859"/>
                  </a:cubicBezTo>
                  <a:cubicBezTo>
                    <a:pt x="510989" y="815788"/>
                    <a:pt x="533803" y="829904"/>
                    <a:pt x="546848" y="851647"/>
                  </a:cubicBezTo>
                  <a:cubicBezTo>
                    <a:pt x="555813" y="866588"/>
                    <a:pt x="563287" y="882531"/>
                    <a:pt x="573742" y="896471"/>
                  </a:cubicBezTo>
                  <a:cubicBezTo>
                    <a:pt x="592734" y="921795"/>
                    <a:pt x="612257" y="930060"/>
                    <a:pt x="636495" y="950259"/>
                  </a:cubicBezTo>
                  <a:cubicBezTo>
                    <a:pt x="672651" y="980389"/>
                    <a:pt x="635808" y="958537"/>
                    <a:pt x="681318" y="1004047"/>
                  </a:cubicBezTo>
                  <a:cubicBezTo>
                    <a:pt x="708457" y="1031186"/>
                    <a:pt x="713298" y="1029649"/>
                    <a:pt x="744071" y="1039906"/>
                  </a:cubicBezTo>
                  <a:cubicBezTo>
                    <a:pt x="794522" y="1090360"/>
                    <a:pt x="713106" y="1011839"/>
                    <a:pt x="806824" y="1084730"/>
                  </a:cubicBezTo>
                  <a:cubicBezTo>
                    <a:pt x="863796" y="1129041"/>
                    <a:pt x="816826" y="1120589"/>
                    <a:pt x="878542" y="112058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Shape 38">
              <a:extLst>
                <a:ext uri="{FF2B5EF4-FFF2-40B4-BE49-F238E27FC236}">
                  <a16:creationId xmlns:a16="http://schemas.microsoft.com/office/drawing/2014/main" id="{01C9AA27-C7E4-77D8-C84C-67E3FFBE3BDC}"/>
                </a:ext>
              </a:extLst>
            </p:cNvPr>
            <p:cNvSpPr/>
            <p:nvPr/>
          </p:nvSpPr>
          <p:spPr>
            <a:xfrm>
              <a:off x="6460901" y="1778098"/>
              <a:ext cx="754403" cy="1699815"/>
            </a:xfrm>
            <a:custGeom>
              <a:avLst/>
              <a:gdLst>
                <a:gd name="connsiteX0" fmla="*/ 117909 w 754403"/>
                <a:gd name="connsiteY0" fmla="*/ 0 h 1936377"/>
                <a:gd name="connsiteX1" fmla="*/ 82050 w 754403"/>
                <a:gd name="connsiteY1" fmla="*/ 44824 h 1936377"/>
                <a:gd name="connsiteX2" fmla="*/ 55156 w 754403"/>
                <a:gd name="connsiteY2" fmla="*/ 89648 h 1936377"/>
                <a:gd name="connsiteX3" fmla="*/ 37227 w 754403"/>
                <a:gd name="connsiteY3" fmla="*/ 161365 h 1936377"/>
                <a:gd name="connsiteX4" fmla="*/ 28262 w 754403"/>
                <a:gd name="connsiteY4" fmla="*/ 197224 h 1936377"/>
                <a:gd name="connsiteX5" fmla="*/ 10332 w 754403"/>
                <a:gd name="connsiteY5" fmla="*/ 233083 h 1936377"/>
                <a:gd name="connsiteX6" fmla="*/ 10332 w 754403"/>
                <a:gd name="connsiteY6" fmla="*/ 439271 h 1936377"/>
                <a:gd name="connsiteX7" fmla="*/ 19297 w 754403"/>
                <a:gd name="connsiteY7" fmla="*/ 618565 h 1936377"/>
                <a:gd name="connsiteX8" fmla="*/ 28262 w 754403"/>
                <a:gd name="connsiteY8" fmla="*/ 663389 h 1936377"/>
                <a:gd name="connsiteX9" fmla="*/ 37227 w 754403"/>
                <a:gd name="connsiteY9" fmla="*/ 726142 h 1936377"/>
                <a:gd name="connsiteX10" fmla="*/ 64121 w 754403"/>
                <a:gd name="connsiteY10" fmla="*/ 806824 h 1936377"/>
                <a:gd name="connsiteX11" fmla="*/ 117909 w 754403"/>
                <a:gd name="connsiteY11" fmla="*/ 968189 h 1936377"/>
                <a:gd name="connsiteX12" fmla="*/ 135838 w 754403"/>
                <a:gd name="connsiteY12" fmla="*/ 1021977 h 1936377"/>
                <a:gd name="connsiteX13" fmla="*/ 144803 w 754403"/>
                <a:gd name="connsiteY13" fmla="*/ 1057836 h 1936377"/>
                <a:gd name="connsiteX14" fmla="*/ 171697 w 754403"/>
                <a:gd name="connsiteY14" fmla="*/ 1093695 h 1936377"/>
                <a:gd name="connsiteX15" fmla="*/ 180662 w 754403"/>
                <a:gd name="connsiteY15" fmla="*/ 1120589 h 1936377"/>
                <a:gd name="connsiteX16" fmla="*/ 252380 w 754403"/>
                <a:gd name="connsiteY16" fmla="*/ 1228165 h 1936377"/>
                <a:gd name="connsiteX17" fmla="*/ 297203 w 754403"/>
                <a:gd name="connsiteY17" fmla="*/ 1290918 h 1936377"/>
                <a:gd name="connsiteX18" fmla="*/ 342027 w 754403"/>
                <a:gd name="connsiteY18" fmla="*/ 1326777 h 1936377"/>
                <a:gd name="connsiteX19" fmla="*/ 413744 w 754403"/>
                <a:gd name="connsiteY19" fmla="*/ 1434353 h 1936377"/>
                <a:gd name="connsiteX20" fmla="*/ 440638 w 754403"/>
                <a:gd name="connsiteY20" fmla="*/ 1461248 h 1936377"/>
                <a:gd name="connsiteX21" fmla="*/ 476497 w 754403"/>
                <a:gd name="connsiteY21" fmla="*/ 1524000 h 1936377"/>
                <a:gd name="connsiteX22" fmla="*/ 485462 w 754403"/>
                <a:gd name="connsiteY22" fmla="*/ 1550895 h 1936377"/>
                <a:gd name="connsiteX23" fmla="*/ 512356 w 754403"/>
                <a:gd name="connsiteY23" fmla="*/ 1568824 h 1936377"/>
                <a:gd name="connsiteX24" fmla="*/ 566144 w 754403"/>
                <a:gd name="connsiteY24" fmla="*/ 1667436 h 1936377"/>
                <a:gd name="connsiteX25" fmla="*/ 610968 w 754403"/>
                <a:gd name="connsiteY25" fmla="*/ 1730189 h 1936377"/>
                <a:gd name="connsiteX26" fmla="*/ 637862 w 754403"/>
                <a:gd name="connsiteY26" fmla="*/ 1775012 h 1936377"/>
                <a:gd name="connsiteX27" fmla="*/ 664756 w 754403"/>
                <a:gd name="connsiteY27" fmla="*/ 1792942 h 1936377"/>
                <a:gd name="connsiteX28" fmla="*/ 700615 w 754403"/>
                <a:gd name="connsiteY28" fmla="*/ 1837765 h 1936377"/>
                <a:gd name="connsiteX29" fmla="*/ 727509 w 754403"/>
                <a:gd name="connsiteY29" fmla="*/ 1900518 h 1936377"/>
                <a:gd name="connsiteX30" fmla="*/ 754403 w 754403"/>
                <a:gd name="connsiteY30" fmla="*/ 1936377 h 1936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54403" h="1936377">
                  <a:moveTo>
                    <a:pt x="117909" y="0"/>
                  </a:moveTo>
                  <a:cubicBezTo>
                    <a:pt x="105956" y="14941"/>
                    <a:pt x="92191" y="28598"/>
                    <a:pt x="82050" y="44824"/>
                  </a:cubicBezTo>
                  <a:cubicBezTo>
                    <a:pt x="43256" y="106894"/>
                    <a:pt x="104056" y="40745"/>
                    <a:pt x="55156" y="89648"/>
                  </a:cubicBezTo>
                  <a:cubicBezTo>
                    <a:pt x="36931" y="180771"/>
                    <a:pt x="55603" y="97049"/>
                    <a:pt x="37227" y="161365"/>
                  </a:cubicBezTo>
                  <a:cubicBezTo>
                    <a:pt x="33842" y="173212"/>
                    <a:pt x="32588" y="185688"/>
                    <a:pt x="28262" y="197224"/>
                  </a:cubicBezTo>
                  <a:cubicBezTo>
                    <a:pt x="23569" y="209737"/>
                    <a:pt x="16309" y="221130"/>
                    <a:pt x="10332" y="233083"/>
                  </a:cubicBezTo>
                  <a:cubicBezTo>
                    <a:pt x="-7217" y="338382"/>
                    <a:pt x="914" y="265043"/>
                    <a:pt x="10332" y="439271"/>
                  </a:cubicBezTo>
                  <a:cubicBezTo>
                    <a:pt x="13562" y="499023"/>
                    <a:pt x="14525" y="558916"/>
                    <a:pt x="19297" y="618565"/>
                  </a:cubicBezTo>
                  <a:cubicBezTo>
                    <a:pt x="20512" y="633754"/>
                    <a:pt x="25757" y="648359"/>
                    <a:pt x="28262" y="663389"/>
                  </a:cubicBezTo>
                  <a:cubicBezTo>
                    <a:pt x="31736" y="684232"/>
                    <a:pt x="32102" y="705643"/>
                    <a:pt x="37227" y="726142"/>
                  </a:cubicBezTo>
                  <a:cubicBezTo>
                    <a:pt x="44103" y="753644"/>
                    <a:pt x="64121" y="806824"/>
                    <a:pt x="64121" y="806824"/>
                  </a:cubicBezTo>
                  <a:cubicBezTo>
                    <a:pt x="84320" y="928026"/>
                    <a:pt x="55731" y="781652"/>
                    <a:pt x="117909" y="968189"/>
                  </a:cubicBezTo>
                  <a:cubicBezTo>
                    <a:pt x="123885" y="986118"/>
                    <a:pt x="130407" y="1003875"/>
                    <a:pt x="135838" y="1021977"/>
                  </a:cubicBezTo>
                  <a:cubicBezTo>
                    <a:pt x="139378" y="1033778"/>
                    <a:pt x="139293" y="1046816"/>
                    <a:pt x="144803" y="1057836"/>
                  </a:cubicBezTo>
                  <a:cubicBezTo>
                    <a:pt x="151485" y="1071200"/>
                    <a:pt x="162732" y="1081742"/>
                    <a:pt x="171697" y="1093695"/>
                  </a:cubicBezTo>
                  <a:cubicBezTo>
                    <a:pt x="174685" y="1102660"/>
                    <a:pt x="176137" y="1112293"/>
                    <a:pt x="180662" y="1120589"/>
                  </a:cubicBezTo>
                  <a:cubicBezTo>
                    <a:pt x="217727" y="1188541"/>
                    <a:pt x="216879" y="1178464"/>
                    <a:pt x="252380" y="1228165"/>
                  </a:cubicBezTo>
                  <a:cubicBezTo>
                    <a:pt x="265107" y="1245982"/>
                    <a:pt x="282552" y="1276267"/>
                    <a:pt x="297203" y="1290918"/>
                  </a:cubicBezTo>
                  <a:cubicBezTo>
                    <a:pt x="310733" y="1304448"/>
                    <a:pt x="327086" y="1314824"/>
                    <a:pt x="342027" y="1326777"/>
                  </a:cubicBezTo>
                  <a:cubicBezTo>
                    <a:pt x="362984" y="1360309"/>
                    <a:pt x="386781" y="1402896"/>
                    <a:pt x="413744" y="1434353"/>
                  </a:cubicBezTo>
                  <a:cubicBezTo>
                    <a:pt x="421995" y="1443979"/>
                    <a:pt x="433368" y="1450862"/>
                    <a:pt x="440638" y="1461248"/>
                  </a:cubicBezTo>
                  <a:cubicBezTo>
                    <a:pt x="454454" y="1480985"/>
                    <a:pt x="465723" y="1502452"/>
                    <a:pt x="476497" y="1524000"/>
                  </a:cubicBezTo>
                  <a:cubicBezTo>
                    <a:pt x="480723" y="1532452"/>
                    <a:pt x="479559" y="1543516"/>
                    <a:pt x="485462" y="1550895"/>
                  </a:cubicBezTo>
                  <a:cubicBezTo>
                    <a:pt x="492193" y="1559308"/>
                    <a:pt x="503391" y="1562848"/>
                    <a:pt x="512356" y="1568824"/>
                  </a:cubicBezTo>
                  <a:cubicBezTo>
                    <a:pt x="532772" y="1609656"/>
                    <a:pt x="541341" y="1630232"/>
                    <a:pt x="566144" y="1667436"/>
                  </a:cubicBezTo>
                  <a:cubicBezTo>
                    <a:pt x="580403" y="1688825"/>
                    <a:pt x="596709" y="1708800"/>
                    <a:pt x="610968" y="1730189"/>
                  </a:cubicBezTo>
                  <a:cubicBezTo>
                    <a:pt x="620633" y="1744687"/>
                    <a:pt x="626523" y="1761783"/>
                    <a:pt x="637862" y="1775012"/>
                  </a:cubicBezTo>
                  <a:cubicBezTo>
                    <a:pt x="644874" y="1783192"/>
                    <a:pt x="657137" y="1785323"/>
                    <a:pt x="664756" y="1792942"/>
                  </a:cubicBezTo>
                  <a:cubicBezTo>
                    <a:pt x="678286" y="1806472"/>
                    <a:pt x="690001" y="1821845"/>
                    <a:pt x="700615" y="1837765"/>
                  </a:cubicBezTo>
                  <a:cubicBezTo>
                    <a:pt x="771724" y="1944429"/>
                    <a:pt x="679702" y="1816856"/>
                    <a:pt x="727509" y="1900518"/>
                  </a:cubicBezTo>
                  <a:cubicBezTo>
                    <a:pt x="734922" y="1913491"/>
                    <a:pt x="745438" y="1924424"/>
                    <a:pt x="754403" y="193637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22737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D4D99522-8224-F32A-1A13-963E058BFFE8}"/>
              </a:ext>
            </a:extLst>
          </p:cNvPr>
          <p:cNvPicPr>
            <a:picLocks noChangeAspect="1"/>
          </p:cNvPicPr>
          <p:nvPr/>
        </p:nvPicPr>
        <p:blipFill>
          <a:blip r:embed="rId2"/>
          <a:stretch>
            <a:fillRect/>
          </a:stretch>
        </p:blipFill>
        <p:spPr>
          <a:xfrm>
            <a:off x="8050642" y="1298554"/>
            <a:ext cx="3745156" cy="2123166"/>
          </a:xfrm>
          <a:prstGeom prst="rect">
            <a:avLst/>
          </a:prstGeom>
        </p:spPr>
      </p:pic>
      <p:pic>
        <p:nvPicPr>
          <p:cNvPr id="41" name="Picture 40">
            <a:extLst>
              <a:ext uri="{FF2B5EF4-FFF2-40B4-BE49-F238E27FC236}">
                <a16:creationId xmlns:a16="http://schemas.microsoft.com/office/drawing/2014/main" id="{2CB5B160-555F-B753-696E-A75ECABC9B80}"/>
              </a:ext>
            </a:extLst>
          </p:cNvPr>
          <p:cNvPicPr>
            <a:picLocks noChangeAspect="1"/>
          </p:cNvPicPr>
          <p:nvPr/>
        </p:nvPicPr>
        <p:blipFill>
          <a:blip r:embed="rId3"/>
          <a:stretch>
            <a:fillRect/>
          </a:stretch>
        </p:blipFill>
        <p:spPr>
          <a:xfrm>
            <a:off x="4059411" y="1298555"/>
            <a:ext cx="3745155" cy="2123165"/>
          </a:xfrm>
          <a:prstGeom prst="rect">
            <a:avLst/>
          </a:prstGeom>
        </p:spPr>
      </p:pic>
      <p:pic>
        <p:nvPicPr>
          <p:cNvPr id="40" name="Picture 39">
            <a:extLst>
              <a:ext uri="{FF2B5EF4-FFF2-40B4-BE49-F238E27FC236}">
                <a16:creationId xmlns:a16="http://schemas.microsoft.com/office/drawing/2014/main" id="{89A3646E-C8F0-C41B-8F3C-4D8B3E633008}"/>
              </a:ext>
            </a:extLst>
          </p:cNvPr>
          <p:cNvPicPr>
            <a:picLocks noChangeAspect="1"/>
          </p:cNvPicPr>
          <p:nvPr/>
        </p:nvPicPr>
        <p:blipFill>
          <a:blip r:embed="rId4"/>
          <a:stretch>
            <a:fillRect/>
          </a:stretch>
        </p:blipFill>
        <p:spPr>
          <a:xfrm>
            <a:off x="263525" y="1305840"/>
            <a:ext cx="3692614" cy="2093380"/>
          </a:xfrm>
          <a:prstGeom prst="rect">
            <a:avLst/>
          </a:prstGeom>
        </p:spPr>
      </p:pic>
      <p:sp>
        <p:nvSpPr>
          <p:cNvPr id="4" name="TextBox 3">
            <a:extLst>
              <a:ext uri="{FF2B5EF4-FFF2-40B4-BE49-F238E27FC236}">
                <a16:creationId xmlns:a16="http://schemas.microsoft.com/office/drawing/2014/main" id="{201BFA5C-D38A-7531-7604-060794145E88}"/>
              </a:ext>
            </a:extLst>
          </p:cNvPr>
          <p:cNvSpPr txBox="1"/>
          <p:nvPr/>
        </p:nvSpPr>
        <p:spPr>
          <a:xfrm>
            <a:off x="285750" y="114300"/>
            <a:ext cx="5119968" cy="338554"/>
          </a:xfrm>
          <a:prstGeom prst="rect">
            <a:avLst/>
          </a:prstGeom>
          <a:noFill/>
        </p:spPr>
        <p:txBody>
          <a:bodyPr wrap="square" rtlCol="0">
            <a:spAutoFit/>
          </a:bodyPr>
          <a:lstStyle/>
          <a:p>
            <a:pPr algn="ctr"/>
            <a:r>
              <a:rPr lang="zh-CN" altLang="en-US" sz="1600" b="1" dirty="0">
                <a:latin typeface="微软雅黑" panose="020B0503020204020204" pitchFamily="34" charset="-122"/>
              </a:rPr>
              <a:t>零售分销率与</a:t>
            </a:r>
            <a:r>
              <a:rPr lang="en-GB" altLang="zh-CN" sz="1600" b="1" dirty="0">
                <a:latin typeface="微软雅黑" panose="020B0503020204020204" pitchFamily="34" charset="-122"/>
              </a:rPr>
              <a:t>KA</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AA</a:t>
            </a:r>
            <a:r>
              <a:rPr lang="zh-CN" altLang="en-US" sz="1600" b="1" dirty="0">
                <a:latin typeface="微软雅黑" panose="020B0503020204020204" pitchFamily="34" charset="-122"/>
              </a:rPr>
              <a:t>医院比率正相关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p>
        </p:txBody>
      </p:sp>
      <p:sp>
        <p:nvSpPr>
          <p:cNvPr id="9" name="TextBox 8">
            <a:extLst>
              <a:ext uri="{FF2B5EF4-FFF2-40B4-BE49-F238E27FC236}">
                <a16:creationId xmlns:a16="http://schemas.microsoft.com/office/drawing/2014/main" id="{FA62E648-BBE4-A22F-B258-2CD2E0218E34}"/>
              </a:ext>
            </a:extLst>
          </p:cNvPr>
          <p:cNvSpPr txBox="1"/>
          <p:nvPr/>
        </p:nvSpPr>
        <p:spPr>
          <a:xfrm>
            <a:off x="328456" y="1021559"/>
            <a:ext cx="1605064" cy="276999"/>
          </a:xfrm>
          <a:prstGeom prst="rect">
            <a:avLst/>
          </a:prstGeom>
          <a:noFill/>
        </p:spPr>
        <p:txBody>
          <a:bodyPr wrap="square" rtlCol="0">
            <a:spAutoFit/>
          </a:bodyPr>
          <a:lstStyle/>
          <a:p>
            <a:r>
              <a:rPr lang="zh-CN" altLang="en-US" sz="1200" dirty="0"/>
              <a:t>湖北省</a:t>
            </a:r>
          </a:p>
        </p:txBody>
      </p:sp>
      <p:sp>
        <p:nvSpPr>
          <p:cNvPr id="11" name="TextBox 10">
            <a:extLst>
              <a:ext uri="{FF2B5EF4-FFF2-40B4-BE49-F238E27FC236}">
                <a16:creationId xmlns:a16="http://schemas.microsoft.com/office/drawing/2014/main" id="{ED2AE199-1B02-2B97-A5AC-E99B0D69A5A5}"/>
              </a:ext>
            </a:extLst>
          </p:cNvPr>
          <p:cNvSpPr txBox="1"/>
          <p:nvPr/>
        </p:nvSpPr>
        <p:spPr>
          <a:xfrm>
            <a:off x="4165202" y="1021558"/>
            <a:ext cx="978422" cy="276999"/>
          </a:xfrm>
          <a:prstGeom prst="rect">
            <a:avLst/>
          </a:prstGeom>
          <a:noFill/>
        </p:spPr>
        <p:txBody>
          <a:bodyPr wrap="square" rtlCol="0">
            <a:spAutoFit/>
          </a:bodyPr>
          <a:lstStyle/>
          <a:p>
            <a:r>
              <a:rPr lang="zh-CN" altLang="en-US" sz="1200" dirty="0"/>
              <a:t>陕西省</a:t>
            </a:r>
          </a:p>
        </p:txBody>
      </p:sp>
      <p:sp>
        <p:nvSpPr>
          <p:cNvPr id="13" name="TextBox 12">
            <a:extLst>
              <a:ext uri="{FF2B5EF4-FFF2-40B4-BE49-F238E27FC236}">
                <a16:creationId xmlns:a16="http://schemas.microsoft.com/office/drawing/2014/main" id="{F948EA79-03F2-5825-0CBF-DB7436EA8A7D}"/>
              </a:ext>
            </a:extLst>
          </p:cNvPr>
          <p:cNvSpPr txBox="1"/>
          <p:nvPr/>
        </p:nvSpPr>
        <p:spPr>
          <a:xfrm>
            <a:off x="8050642" y="1021557"/>
            <a:ext cx="978422" cy="276999"/>
          </a:xfrm>
          <a:prstGeom prst="rect">
            <a:avLst/>
          </a:prstGeom>
          <a:noFill/>
        </p:spPr>
        <p:txBody>
          <a:bodyPr wrap="square" rtlCol="0">
            <a:spAutoFit/>
          </a:bodyPr>
          <a:lstStyle/>
          <a:p>
            <a:r>
              <a:rPr lang="zh-CN" altLang="en-US" sz="1200" dirty="0"/>
              <a:t>山西省</a:t>
            </a:r>
          </a:p>
        </p:txBody>
      </p:sp>
      <p:sp>
        <p:nvSpPr>
          <p:cNvPr id="16" name="TextBox 15">
            <a:extLst>
              <a:ext uri="{FF2B5EF4-FFF2-40B4-BE49-F238E27FC236}">
                <a16:creationId xmlns:a16="http://schemas.microsoft.com/office/drawing/2014/main" id="{396671D3-D3AF-3C2A-21E6-A008002DB4D3}"/>
              </a:ext>
            </a:extLst>
          </p:cNvPr>
          <p:cNvSpPr txBox="1"/>
          <p:nvPr/>
        </p:nvSpPr>
        <p:spPr>
          <a:xfrm>
            <a:off x="192988" y="4015771"/>
            <a:ext cx="1605064" cy="276999"/>
          </a:xfrm>
          <a:prstGeom prst="rect">
            <a:avLst/>
          </a:prstGeom>
          <a:noFill/>
        </p:spPr>
        <p:txBody>
          <a:bodyPr wrap="square" rtlCol="0">
            <a:spAutoFit/>
          </a:bodyPr>
          <a:lstStyle/>
          <a:p>
            <a:r>
              <a:rPr lang="zh-CN" altLang="en-US" sz="1200" dirty="0"/>
              <a:t>河南省</a:t>
            </a:r>
          </a:p>
        </p:txBody>
      </p:sp>
      <p:sp>
        <p:nvSpPr>
          <p:cNvPr id="18" name="TextBox 17">
            <a:extLst>
              <a:ext uri="{FF2B5EF4-FFF2-40B4-BE49-F238E27FC236}">
                <a16:creationId xmlns:a16="http://schemas.microsoft.com/office/drawing/2014/main" id="{7648A52A-3C34-8E04-AC21-4529AF0147F6}"/>
              </a:ext>
            </a:extLst>
          </p:cNvPr>
          <p:cNvSpPr txBox="1"/>
          <p:nvPr/>
        </p:nvSpPr>
        <p:spPr>
          <a:xfrm>
            <a:off x="4039236" y="4015771"/>
            <a:ext cx="1605064" cy="276999"/>
          </a:xfrm>
          <a:prstGeom prst="rect">
            <a:avLst/>
          </a:prstGeom>
          <a:noFill/>
        </p:spPr>
        <p:txBody>
          <a:bodyPr wrap="square" rtlCol="0">
            <a:spAutoFit/>
          </a:bodyPr>
          <a:lstStyle/>
          <a:p>
            <a:r>
              <a:rPr lang="zh-CN" altLang="en-US" sz="1200" dirty="0"/>
              <a:t>山东省</a:t>
            </a:r>
          </a:p>
        </p:txBody>
      </p:sp>
      <p:sp>
        <p:nvSpPr>
          <p:cNvPr id="21" name="TextBox 20">
            <a:extLst>
              <a:ext uri="{FF2B5EF4-FFF2-40B4-BE49-F238E27FC236}">
                <a16:creationId xmlns:a16="http://schemas.microsoft.com/office/drawing/2014/main" id="{F67424E3-91AD-24E8-98E6-8F65B8417CBF}"/>
              </a:ext>
            </a:extLst>
          </p:cNvPr>
          <p:cNvSpPr txBox="1"/>
          <p:nvPr/>
        </p:nvSpPr>
        <p:spPr>
          <a:xfrm>
            <a:off x="542928" y="453851"/>
            <a:ext cx="9865095"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GB" altLang="zh-CN" sz="1400" dirty="0">
                <a:latin typeface="微软雅黑" panose="020B0503020204020204" pitchFamily="34" charset="-122"/>
              </a:rPr>
              <a:t>10%</a:t>
            </a:r>
            <a:r>
              <a:rPr lang="zh-CN" altLang="en-US" sz="1400" dirty="0">
                <a:latin typeface="微软雅黑" panose="020B0503020204020204" pitchFamily="34" charset="-122"/>
              </a:rPr>
              <a:t>，零售占比超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且零售</a:t>
            </a:r>
            <a:r>
              <a:rPr lang="en-US" altLang="zh-CN" sz="1400" dirty="0">
                <a:latin typeface="微软雅黑" panose="020B0503020204020204" pitchFamily="34" charset="-122"/>
              </a:rPr>
              <a:t>25</a:t>
            </a:r>
            <a:r>
              <a:rPr lang="zh-CN" altLang="en-US" sz="1400" dirty="0">
                <a:latin typeface="微软雅黑" panose="020B0503020204020204" pitchFamily="34" charset="-122"/>
              </a:rPr>
              <a:t>年</a:t>
            </a:r>
            <a:r>
              <a:rPr lang="en-GB" altLang="zh-CN" sz="1400" dirty="0">
                <a:latin typeface="微软雅黑" panose="020B0503020204020204" pitchFamily="34" charset="-122"/>
              </a:rPr>
              <a:t>YTD09</a:t>
            </a:r>
            <a:r>
              <a:rPr lang="zh-CN" altLang="en-US" sz="1400" dirty="0">
                <a:latin typeface="微软雅黑" panose="020B0503020204020204" pitchFamily="34" charset="-122"/>
              </a:rPr>
              <a:t>双位数增长的省份为研究对象</a:t>
            </a:r>
          </a:p>
        </p:txBody>
      </p:sp>
      <p:sp>
        <p:nvSpPr>
          <p:cNvPr id="22" name="Oval 21">
            <a:extLst>
              <a:ext uri="{FF2B5EF4-FFF2-40B4-BE49-F238E27FC236}">
                <a16:creationId xmlns:a16="http://schemas.microsoft.com/office/drawing/2014/main" id="{019D2307-0C23-106C-9287-960006274B7C}"/>
              </a:ext>
            </a:extLst>
          </p:cNvPr>
          <p:cNvSpPr/>
          <p:nvPr/>
        </p:nvSpPr>
        <p:spPr>
          <a:xfrm>
            <a:off x="10665882" y="1483663"/>
            <a:ext cx="941294" cy="573740"/>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a:extLst>
              <a:ext uri="{FF2B5EF4-FFF2-40B4-BE49-F238E27FC236}">
                <a16:creationId xmlns:a16="http://schemas.microsoft.com/office/drawing/2014/main" id="{26B4D73A-5AA4-AC13-5D40-0153D1C57B9D}"/>
              </a:ext>
            </a:extLst>
          </p:cNvPr>
          <p:cNvSpPr txBox="1"/>
          <p:nvPr/>
        </p:nvSpPr>
        <p:spPr>
          <a:xfrm>
            <a:off x="8122387" y="3974103"/>
            <a:ext cx="1326414" cy="276999"/>
          </a:xfrm>
          <a:prstGeom prst="rect">
            <a:avLst/>
          </a:prstGeom>
          <a:noFill/>
        </p:spPr>
        <p:txBody>
          <a:bodyPr wrap="square" rtlCol="0">
            <a:spAutoFit/>
          </a:bodyPr>
          <a:lstStyle/>
          <a:p>
            <a:r>
              <a:rPr lang="zh-CN" altLang="en-US" sz="1200" dirty="0"/>
              <a:t>湖南省</a:t>
            </a:r>
          </a:p>
        </p:txBody>
      </p:sp>
      <p:sp>
        <p:nvSpPr>
          <p:cNvPr id="33" name="Oval 32">
            <a:extLst>
              <a:ext uri="{FF2B5EF4-FFF2-40B4-BE49-F238E27FC236}">
                <a16:creationId xmlns:a16="http://schemas.microsoft.com/office/drawing/2014/main" id="{8701B6F5-2FD0-50EA-01A2-796ED39DA41D}"/>
              </a:ext>
            </a:extLst>
          </p:cNvPr>
          <p:cNvSpPr/>
          <p:nvPr/>
        </p:nvSpPr>
        <p:spPr>
          <a:xfrm>
            <a:off x="5979419" y="1462577"/>
            <a:ext cx="835066"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Oval 33">
            <a:extLst>
              <a:ext uri="{FF2B5EF4-FFF2-40B4-BE49-F238E27FC236}">
                <a16:creationId xmlns:a16="http://schemas.microsoft.com/office/drawing/2014/main" id="{FBA70FA0-5281-D822-2EFC-05F826F5EC9C}"/>
              </a:ext>
            </a:extLst>
          </p:cNvPr>
          <p:cNvSpPr/>
          <p:nvPr/>
        </p:nvSpPr>
        <p:spPr>
          <a:xfrm>
            <a:off x="616296" y="1745328"/>
            <a:ext cx="1246245"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TextBox 34">
            <a:extLst>
              <a:ext uri="{FF2B5EF4-FFF2-40B4-BE49-F238E27FC236}">
                <a16:creationId xmlns:a16="http://schemas.microsoft.com/office/drawing/2014/main" id="{B38DB0B8-4A27-24F9-2ABE-B8CB5386D43C}"/>
              </a:ext>
            </a:extLst>
          </p:cNvPr>
          <p:cNvSpPr txBox="1"/>
          <p:nvPr/>
        </p:nvSpPr>
        <p:spPr>
          <a:xfrm>
            <a:off x="263525" y="3399220"/>
            <a:ext cx="3630095" cy="461665"/>
          </a:xfrm>
          <a:prstGeom prst="rect">
            <a:avLst/>
          </a:prstGeom>
          <a:noFill/>
        </p:spPr>
        <p:txBody>
          <a:bodyPr wrap="square" rtlCol="0">
            <a:spAutoFit/>
          </a:bodyPr>
          <a:lstStyle/>
          <a:p>
            <a:r>
              <a:rPr lang="zh-CN" altLang="en-US" sz="1200" dirty="0"/>
              <a:t>湖北省</a:t>
            </a:r>
            <a:r>
              <a:rPr lang="en-US" altLang="zh-CN" sz="1200" dirty="0"/>
              <a:t>24</a:t>
            </a:r>
            <a:r>
              <a:rPr lang="zh-CN" altLang="en-US" sz="1200" dirty="0"/>
              <a:t>年年累计医保基金结余持续为负，</a:t>
            </a:r>
            <a:r>
              <a:rPr lang="en-US" altLang="zh-CN" sz="1200" dirty="0"/>
              <a:t>24Q4</a:t>
            </a:r>
            <a:r>
              <a:rPr lang="zh-CN" altLang="en-US" sz="1200" dirty="0"/>
              <a:t>转正；</a:t>
            </a:r>
            <a:r>
              <a:rPr lang="en-US" altLang="zh-CN" sz="1200" dirty="0"/>
              <a:t>25</a:t>
            </a:r>
            <a:r>
              <a:rPr lang="zh-CN" altLang="en-US" sz="1200" dirty="0"/>
              <a:t>年持续为正</a:t>
            </a:r>
          </a:p>
        </p:txBody>
      </p:sp>
      <p:sp>
        <p:nvSpPr>
          <p:cNvPr id="36" name="TextBox 35">
            <a:extLst>
              <a:ext uri="{FF2B5EF4-FFF2-40B4-BE49-F238E27FC236}">
                <a16:creationId xmlns:a16="http://schemas.microsoft.com/office/drawing/2014/main" id="{3D6E3676-AD51-F88A-EC3E-93BDFC2EAAFB}"/>
              </a:ext>
            </a:extLst>
          </p:cNvPr>
          <p:cNvSpPr txBox="1"/>
          <p:nvPr/>
        </p:nvSpPr>
        <p:spPr>
          <a:xfrm>
            <a:off x="7901949" y="3421720"/>
            <a:ext cx="4214919" cy="461665"/>
          </a:xfrm>
          <a:prstGeom prst="rect">
            <a:avLst/>
          </a:prstGeom>
          <a:noFill/>
        </p:spPr>
        <p:txBody>
          <a:bodyPr wrap="square" rtlCol="0">
            <a:spAutoFit/>
          </a:bodyPr>
          <a:lstStyle/>
          <a:p>
            <a:r>
              <a:rPr lang="zh-CN" altLang="en-US" sz="1200" dirty="0"/>
              <a:t>山西头部</a:t>
            </a:r>
            <a:r>
              <a:rPr lang="en-US" altLang="zh-CN" sz="1200" dirty="0"/>
              <a:t>10</a:t>
            </a:r>
            <a:r>
              <a:rPr lang="zh-CN" altLang="en-US" sz="1200" dirty="0"/>
              <a:t>家</a:t>
            </a:r>
            <a:r>
              <a:rPr lang="en-GB" altLang="zh-CN" sz="1200" dirty="0"/>
              <a:t>KA</a:t>
            </a:r>
            <a:r>
              <a:rPr lang="zh-CN" altLang="en-US" sz="1200" dirty="0"/>
              <a:t>医院中</a:t>
            </a:r>
            <a:r>
              <a:rPr lang="en-GB" altLang="zh-CN" sz="1200" dirty="0"/>
              <a:t>5</a:t>
            </a:r>
            <a:r>
              <a:rPr lang="zh-CN" altLang="en-US" sz="1200" dirty="0"/>
              <a:t>家</a:t>
            </a:r>
            <a:r>
              <a:rPr lang="en-GB" altLang="zh-CN" sz="1200" dirty="0"/>
              <a:t>25Q3MAT</a:t>
            </a:r>
            <a:r>
              <a:rPr lang="zh-CN" altLang="en-US" sz="1200" dirty="0"/>
              <a:t>比超</a:t>
            </a:r>
            <a:r>
              <a:rPr lang="en-GB" altLang="zh-CN" sz="1200" dirty="0"/>
              <a:t>50</a:t>
            </a:r>
            <a:r>
              <a:rPr lang="en-US" altLang="zh-CN" sz="1200" dirty="0"/>
              <a:t>%</a:t>
            </a:r>
            <a:r>
              <a:rPr lang="zh-CN" altLang="en-US" sz="1200" dirty="0"/>
              <a:t>下跌，但其中</a:t>
            </a:r>
            <a:r>
              <a:rPr lang="en-GB" altLang="zh-CN" sz="1200" dirty="0"/>
              <a:t>3</a:t>
            </a:r>
            <a:r>
              <a:rPr lang="zh-CN" altLang="en-US" sz="1200" dirty="0"/>
              <a:t>家分型为</a:t>
            </a:r>
            <a:r>
              <a:rPr lang="en-GB" altLang="zh-CN" sz="1200" dirty="0"/>
              <a:t>AA</a:t>
            </a:r>
            <a:r>
              <a:rPr lang="zh-CN" altLang="en-US" sz="1200" dirty="0"/>
              <a:t>；是否政策环境收严，无法在</a:t>
            </a:r>
            <a:r>
              <a:rPr lang="en-GB" altLang="zh-CN" sz="1200" dirty="0"/>
              <a:t>AA</a:t>
            </a:r>
            <a:r>
              <a:rPr lang="zh-CN" altLang="en-US" sz="1200" dirty="0"/>
              <a:t>比率上体现？</a:t>
            </a:r>
          </a:p>
        </p:txBody>
      </p:sp>
      <p:sp>
        <p:nvSpPr>
          <p:cNvPr id="39" name="TextBox 38">
            <a:extLst>
              <a:ext uri="{FF2B5EF4-FFF2-40B4-BE49-F238E27FC236}">
                <a16:creationId xmlns:a16="http://schemas.microsoft.com/office/drawing/2014/main" id="{96A8B086-E2D0-D7B0-99C0-E92172320730}"/>
              </a:ext>
            </a:extLst>
          </p:cNvPr>
          <p:cNvSpPr txBox="1"/>
          <p:nvPr/>
        </p:nvSpPr>
        <p:spPr>
          <a:xfrm>
            <a:off x="8050642" y="6425689"/>
            <a:ext cx="2285636" cy="276999"/>
          </a:xfrm>
          <a:prstGeom prst="rect">
            <a:avLst/>
          </a:prstGeom>
          <a:noFill/>
        </p:spPr>
        <p:txBody>
          <a:bodyPr wrap="square" rtlCol="0">
            <a:spAutoFit/>
          </a:bodyPr>
          <a:lstStyle/>
          <a:p>
            <a:r>
              <a:rPr lang="zh-CN" altLang="en-US" sz="1200" dirty="0"/>
              <a:t>湖南省仅</a:t>
            </a:r>
            <a:r>
              <a:rPr lang="en-GB" altLang="zh-CN" sz="1200" dirty="0"/>
              <a:t>12</a:t>
            </a:r>
            <a:r>
              <a:rPr lang="zh-CN" altLang="en-US" sz="1200" dirty="0"/>
              <a:t>家</a:t>
            </a:r>
            <a:r>
              <a:rPr lang="en-GB" altLang="zh-CN" sz="1200" dirty="0"/>
              <a:t>KA</a:t>
            </a:r>
            <a:r>
              <a:rPr lang="zh-CN" altLang="en-US" sz="1200" dirty="0"/>
              <a:t>医院</a:t>
            </a:r>
          </a:p>
        </p:txBody>
      </p:sp>
      <p:pic>
        <p:nvPicPr>
          <p:cNvPr id="43" name="Picture 42">
            <a:extLst>
              <a:ext uri="{FF2B5EF4-FFF2-40B4-BE49-F238E27FC236}">
                <a16:creationId xmlns:a16="http://schemas.microsoft.com/office/drawing/2014/main" id="{7466976C-6DA1-D10A-0F04-183ED919C881}"/>
              </a:ext>
            </a:extLst>
          </p:cNvPr>
          <p:cNvPicPr>
            <a:picLocks noChangeAspect="1"/>
          </p:cNvPicPr>
          <p:nvPr/>
        </p:nvPicPr>
        <p:blipFill>
          <a:blip r:embed="rId5"/>
          <a:stretch>
            <a:fillRect/>
          </a:stretch>
        </p:blipFill>
        <p:spPr>
          <a:xfrm>
            <a:off x="263526" y="4279902"/>
            <a:ext cx="3692614" cy="2093379"/>
          </a:xfrm>
          <a:prstGeom prst="rect">
            <a:avLst/>
          </a:prstGeom>
        </p:spPr>
      </p:pic>
      <p:pic>
        <p:nvPicPr>
          <p:cNvPr id="44" name="Picture 43">
            <a:extLst>
              <a:ext uri="{FF2B5EF4-FFF2-40B4-BE49-F238E27FC236}">
                <a16:creationId xmlns:a16="http://schemas.microsoft.com/office/drawing/2014/main" id="{7D8CF2FA-A968-E0BC-5F27-6EEDA7BC314D}"/>
              </a:ext>
            </a:extLst>
          </p:cNvPr>
          <p:cNvPicPr>
            <a:picLocks noChangeAspect="1"/>
          </p:cNvPicPr>
          <p:nvPr/>
        </p:nvPicPr>
        <p:blipFill>
          <a:blip r:embed="rId6"/>
          <a:stretch>
            <a:fillRect/>
          </a:stretch>
        </p:blipFill>
        <p:spPr>
          <a:xfrm>
            <a:off x="4066091" y="4251103"/>
            <a:ext cx="3835858" cy="2174586"/>
          </a:xfrm>
          <a:prstGeom prst="rect">
            <a:avLst/>
          </a:prstGeom>
        </p:spPr>
      </p:pic>
      <p:pic>
        <p:nvPicPr>
          <p:cNvPr id="45" name="Picture 44">
            <a:extLst>
              <a:ext uri="{FF2B5EF4-FFF2-40B4-BE49-F238E27FC236}">
                <a16:creationId xmlns:a16="http://schemas.microsoft.com/office/drawing/2014/main" id="{A28D8435-05C3-E490-D45C-C46EFB94368A}"/>
              </a:ext>
            </a:extLst>
          </p:cNvPr>
          <p:cNvPicPr>
            <a:picLocks noChangeAspect="1"/>
          </p:cNvPicPr>
          <p:nvPr/>
        </p:nvPicPr>
        <p:blipFill>
          <a:blip r:embed="rId7"/>
          <a:stretch>
            <a:fillRect/>
          </a:stretch>
        </p:blipFill>
        <p:spPr>
          <a:xfrm>
            <a:off x="8050642" y="4279902"/>
            <a:ext cx="3745156" cy="2123166"/>
          </a:xfrm>
          <a:prstGeom prst="rect">
            <a:avLst/>
          </a:prstGeom>
        </p:spPr>
      </p:pic>
    </p:spTree>
    <p:extLst>
      <p:ext uri="{BB962C8B-B14F-4D97-AF65-F5344CB8AC3E}">
        <p14:creationId xmlns:p14="http://schemas.microsoft.com/office/powerpoint/2010/main" val="181563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CFC4-B995-1901-4DBF-41C192EBD4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766A5A-5591-C057-8AE9-EFB3D6A5D3C9}"/>
              </a:ext>
            </a:extLst>
          </p:cNvPr>
          <p:cNvSpPr txBox="1"/>
          <p:nvPr/>
        </p:nvSpPr>
        <p:spPr>
          <a:xfrm>
            <a:off x="0" y="78440"/>
            <a:ext cx="771973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医院渠道品牌在分子式内份额与分子式份额在目标市场份额负相关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1</a:t>
            </a:r>
            <a:r>
              <a:rPr lang="zh-CN" altLang="en-US" sz="1600" b="1" dirty="0">
                <a:latin typeface="微软雅黑" panose="020B0503020204020204" pitchFamily="34" charset="-122"/>
              </a:rPr>
              <a:t>）</a:t>
            </a:r>
          </a:p>
        </p:txBody>
      </p:sp>
      <p:sp>
        <p:nvSpPr>
          <p:cNvPr id="2" name="TextBox 1">
            <a:extLst>
              <a:ext uri="{FF2B5EF4-FFF2-40B4-BE49-F238E27FC236}">
                <a16:creationId xmlns:a16="http://schemas.microsoft.com/office/drawing/2014/main" id="{F5485DB7-2AB1-0ACD-26F1-01A67AD18879}"/>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5" name="TextBox 4">
            <a:extLst>
              <a:ext uri="{FF2B5EF4-FFF2-40B4-BE49-F238E27FC236}">
                <a16:creationId xmlns:a16="http://schemas.microsoft.com/office/drawing/2014/main" id="{72FF1CEB-57ED-EAD6-FC1D-A4737EDEA08A}"/>
              </a:ext>
            </a:extLst>
          </p:cNvPr>
          <p:cNvSpPr txBox="1"/>
          <p:nvPr/>
        </p:nvSpPr>
        <p:spPr>
          <a:xfrm>
            <a:off x="328456" y="1021559"/>
            <a:ext cx="1605064" cy="276999"/>
          </a:xfrm>
          <a:prstGeom prst="rect">
            <a:avLst/>
          </a:prstGeom>
          <a:noFill/>
        </p:spPr>
        <p:txBody>
          <a:bodyPr wrap="square" rtlCol="0">
            <a:spAutoFit/>
          </a:bodyPr>
          <a:lstStyle/>
          <a:p>
            <a:r>
              <a:rPr lang="zh-CN" altLang="en-US" sz="1200" dirty="0"/>
              <a:t>浙江省</a:t>
            </a:r>
          </a:p>
        </p:txBody>
      </p:sp>
      <p:sp>
        <p:nvSpPr>
          <p:cNvPr id="7" name="TextBox 6">
            <a:extLst>
              <a:ext uri="{FF2B5EF4-FFF2-40B4-BE49-F238E27FC236}">
                <a16:creationId xmlns:a16="http://schemas.microsoft.com/office/drawing/2014/main" id="{15B5ABE4-84BB-009C-52DC-66ED7F4A0917}"/>
              </a:ext>
            </a:extLst>
          </p:cNvPr>
          <p:cNvSpPr txBox="1"/>
          <p:nvPr/>
        </p:nvSpPr>
        <p:spPr>
          <a:xfrm>
            <a:off x="4157758" y="990363"/>
            <a:ext cx="1605064" cy="276999"/>
          </a:xfrm>
          <a:prstGeom prst="rect">
            <a:avLst/>
          </a:prstGeom>
          <a:noFill/>
        </p:spPr>
        <p:txBody>
          <a:bodyPr wrap="square" rtlCol="0">
            <a:spAutoFit/>
          </a:bodyPr>
          <a:lstStyle/>
          <a:p>
            <a:r>
              <a:rPr lang="zh-CN" altLang="en-US" sz="1200" dirty="0"/>
              <a:t>北京市</a:t>
            </a:r>
          </a:p>
        </p:txBody>
      </p:sp>
      <p:sp>
        <p:nvSpPr>
          <p:cNvPr id="9" name="TextBox 8">
            <a:extLst>
              <a:ext uri="{FF2B5EF4-FFF2-40B4-BE49-F238E27FC236}">
                <a16:creationId xmlns:a16="http://schemas.microsoft.com/office/drawing/2014/main" id="{8B215CA2-6EA2-AE8F-0EC8-6825B6778CCB}"/>
              </a:ext>
            </a:extLst>
          </p:cNvPr>
          <p:cNvSpPr txBox="1"/>
          <p:nvPr/>
        </p:nvSpPr>
        <p:spPr>
          <a:xfrm>
            <a:off x="8075172" y="994608"/>
            <a:ext cx="1605064" cy="276999"/>
          </a:xfrm>
          <a:prstGeom prst="rect">
            <a:avLst/>
          </a:prstGeom>
          <a:noFill/>
        </p:spPr>
        <p:txBody>
          <a:bodyPr wrap="square" rtlCol="0">
            <a:spAutoFit/>
          </a:bodyPr>
          <a:lstStyle/>
          <a:p>
            <a:r>
              <a:rPr lang="zh-CN" altLang="en-US" sz="1200" dirty="0"/>
              <a:t>广东省</a:t>
            </a:r>
          </a:p>
        </p:txBody>
      </p:sp>
      <p:sp>
        <p:nvSpPr>
          <p:cNvPr id="11" name="TextBox 10">
            <a:extLst>
              <a:ext uri="{FF2B5EF4-FFF2-40B4-BE49-F238E27FC236}">
                <a16:creationId xmlns:a16="http://schemas.microsoft.com/office/drawing/2014/main" id="{1EFCE036-687B-5F1D-51F3-63A136491C18}"/>
              </a:ext>
            </a:extLst>
          </p:cNvPr>
          <p:cNvSpPr txBox="1"/>
          <p:nvPr/>
        </p:nvSpPr>
        <p:spPr>
          <a:xfrm>
            <a:off x="263525" y="3756983"/>
            <a:ext cx="1605064" cy="276999"/>
          </a:xfrm>
          <a:prstGeom prst="rect">
            <a:avLst/>
          </a:prstGeom>
          <a:noFill/>
        </p:spPr>
        <p:txBody>
          <a:bodyPr wrap="square" rtlCol="0">
            <a:spAutoFit/>
          </a:bodyPr>
          <a:lstStyle/>
          <a:p>
            <a:r>
              <a:rPr lang="zh-CN" altLang="en-US" sz="1200" dirty="0"/>
              <a:t>安徽省</a:t>
            </a:r>
          </a:p>
        </p:txBody>
      </p:sp>
      <p:sp>
        <p:nvSpPr>
          <p:cNvPr id="13" name="TextBox 12">
            <a:extLst>
              <a:ext uri="{FF2B5EF4-FFF2-40B4-BE49-F238E27FC236}">
                <a16:creationId xmlns:a16="http://schemas.microsoft.com/office/drawing/2014/main" id="{94BDFE7B-AC62-7927-C9EA-792B6C4C3F64}"/>
              </a:ext>
            </a:extLst>
          </p:cNvPr>
          <p:cNvSpPr txBox="1"/>
          <p:nvPr/>
        </p:nvSpPr>
        <p:spPr>
          <a:xfrm>
            <a:off x="4302443" y="3756982"/>
            <a:ext cx="1605064" cy="276999"/>
          </a:xfrm>
          <a:prstGeom prst="rect">
            <a:avLst/>
          </a:prstGeom>
          <a:noFill/>
        </p:spPr>
        <p:txBody>
          <a:bodyPr wrap="square" rtlCol="0">
            <a:spAutoFit/>
          </a:bodyPr>
          <a:lstStyle/>
          <a:p>
            <a:r>
              <a:rPr lang="zh-CN" altLang="en-US" sz="1200" dirty="0"/>
              <a:t>河南省</a:t>
            </a:r>
          </a:p>
        </p:txBody>
      </p:sp>
      <p:sp>
        <p:nvSpPr>
          <p:cNvPr id="15" name="TextBox 14">
            <a:extLst>
              <a:ext uri="{FF2B5EF4-FFF2-40B4-BE49-F238E27FC236}">
                <a16:creationId xmlns:a16="http://schemas.microsoft.com/office/drawing/2014/main" id="{1FDFAAED-226F-6F1F-8911-A27BC3CC524B}"/>
              </a:ext>
            </a:extLst>
          </p:cNvPr>
          <p:cNvSpPr txBox="1"/>
          <p:nvPr/>
        </p:nvSpPr>
        <p:spPr>
          <a:xfrm>
            <a:off x="8153102" y="3766717"/>
            <a:ext cx="1605064" cy="276999"/>
          </a:xfrm>
          <a:prstGeom prst="rect">
            <a:avLst/>
          </a:prstGeom>
          <a:noFill/>
        </p:spPr>
        <p:txBody>
          <a:bodyPr wrap="square" rtlCol="0">
            <a:spAutoFit/>
          </a:bodyPr>
          <a:lstStyle/>
          <a:p>
            <a:r>
              <a:rPr lang="zh-CN" altLang="en-US" sz="1200" dirty="0"/>
              <a:t>山东省</a:t>
            </a:r>
          </a:p>
        </p:txBody>
      </p:sp>
      <p:pic>
        <p:nvPicPr>
          <p:cNvPr id="23" name="Picture 22">
            <a:extLst>
              <a:ext uri="{FF2B5EF4-FFF2-40B4-BE49-F238E27FC236}">
                <a16:creationId xmlns:a16="http://schemas.microsoft.com/office/drawing/2014/main" id="{0F796F07-B345-8F36-ACC4-5D1FB50A0B75}"/>
              </a:ext>
            </a:extLst>
          </p:cNvPr>
          <p:cNvPicPr>
            <a:picLocks noChangeAspect="1"/>
          </p:cNvPicPr>
          <p:nvPr/>
        </p:nvPicPr>
        <p:blipFill>
          <a:blip r:embed="rId2"/>
          <a:stretch>
            <a:fillRect/>
          </a:stretch>
        </p:blipFill>
        <p:spPr>
          <a:xfrm>
            <a:off x="263525" y="1298558"/>
            <a:ext cx="3757991" cy="2130442"/>
          </a:xfrm>
          <a:prstGeom prst="rect">
            <a:avLst/>
          </a:prstGeom>
        </p:spPr>
      </p:pic>
      <p:pic>
        <p:nvPicPr>
          <p:cNvPr id="24" name="Picture 23">
            <a:extLst>
              <a:ext uri="{FF2B5EF4-FFF2-40B4-BE49-F238E27FC236}">
                <a16:creationId xmlns:a16="http://schemas.microsoft.com/office/drawing/2014/main" id="{0CF78E8A-D1EF-B66E-2410-7EBC0E4FA88D}"/>
              </a:ext>
            </a:extLst>
          </p:cNvPr>
          <p:cNvPicPr>
            <a:picLocks noChangeAspect="1"/>
          </p:cNvPicPr>
          <p:nvPr/>
        </p:nvPicPr>
        <p:blipFill>
          <a:blip r:embed="rId3"/>
          <a:stretch>
            <a:fillRect/>
          </a:stretch>
        </p:blipFill>
        <p:spPr>
          <a:xfrm>
            <a:off x="4157758" y="1298558"/>
            <a:ext cx="3757990" cy="2130442"/>
          </a:xfrm>
          <a:prstGeom prst="rect">
            <a:avLst/>
          </a:prstGeom>
        </p:spPr>
      </p:pic>
      <p:pic>
        <p:nvPicPr>
          <p:cNvPr id="25" name="Picture 24">
            <a:extLst>
              <a:ext uri="{FF2B5EF4-FFF2-40B4-BE49-F238E27FC236}">
                <a16:creationId xmlns:a16="http://schemas.microsoft.com/office/drawing/2014/main" id="{9054A24F-39F1-E62B-DFAC-ED74F6979E42}"/>
              </a:ext>
            </a:extLst>
          </p:cNvPr>
          <p:cNvPicPr>
            <a:picLocks noChangeAspect="1"/>
          </p:cNvPicPr>
          <p:nvPr/>
        </p:nvPicPr>
        <p:blipFill>
          <a:blip r:embed="rId4"/>
          <a:stretch>
            <a:fillRect/>
          </a:stretch>
        </p:blipFill>
        <p:spPr>
          <a:xfrm>
            <a:off x="8051990" y="1298264"/>
            <a:ext cx="3758509" cy="2130736"/>
          </a:xfrm>
          <a:prstGeom prst="rect">
            <a:avLst/>
          </a:prstGeom>
        </p:spPr>
      </p:pic>
      <p:pic>
        <p:nvPicPr>
          <p:cNvPr id="26" name="Picture 25">
            <a:extLst>
              <a:ext uri="{FF2B5EF4-FFF2-40B4-BE49-F238E27FC236}">
                <a16:creationId xmlns:a16="http://schemas.microsoft.com/office/drawing/2014/main" id="{9B36693C-4F89-2EA6-4B75-3C942B7E4DB6}"/>
              </a:ext>
            </a:extLst>
          </p:cNvPr>
          <p:cNvPicPr>
            <a:picLocks noChangeAspect="1"/>
          </p:cNvPicPr>
          <p:nvPr/>
        </p:nvPicPr>
        <p:blipFill>
          <a:blip r:embed="rId5"/>
          <a:stretch>
            <a:fillRect/>
          </a:stretch>
        </p:blipFill>
        <p:spPr>
          <a:xfrm>
            <a:off x="279665" y="4122484"/>
            <a:ext cx="3757990" cy="2130442"/>
          </a:xfrm>
          <a:prstGeom prst="rect">
            <a:avLst/>
          </a:prstGeom>
        </p:spPr>
      </p:pic>
      <p:pic>
        <p:nvPicPr>
          <p:cNvPr id="27" name="Picture 26">
            <a:extLst>
              <a:ext uri="{FF2B5EF4-FFF2-40B4-BE49-F238E27FC236}">
                <a16:creationId xmlns:a16="http://schemas.microsoft.com/office/drawing/2014/main" id="{B85C5A7B-820B-4E2C-D6D6-3B8E347D119F}"/>
              </a:ext>
            </a:extLst>
          </p:cNvPr>
          <p:cNvPicPr>
            <a:picLocks noChangeAspect="1"/>
          </p:cNvPicPr>
          <p:nvPr/>
        </p:nvPicPr>
        <p:blipFill>
          <a:blip r:embed="rId6"/>
          <a:stretch>
            <a:fillRect/>
          </a:stretch>
        </p:blipFill>
        <p:spPr>
          <a:xfrm>
            <a:off x="4157758" y="4122484"/>
            <a:ext cx="3757990" cy="2130442"/>
          </a:xfrm>
          <a:prstGeom prst="rect">
            <a:avLst/>
          </a:prstGeom>
        </p:spPr>
      </p:pic>
      <p:pic>
        <p:nvPicPr>
          <p:cNvPr id="28" name="Picture 27">
            <a:extLst>
              <a:ext uri="{FF2B5EF4-FFF2-40B4-BE49-F238E27FC236}">
                <a16:creationId xmlns:a16="http://schemas.microsoft.com/office/drawing/2014/main" id="{11ACB300-EB61-0506-E0AA-F9F962077339}"/>
              </a:ext>
            </a:extLst>
          </p:cNvPr>
          <p:cNvPicPr>
            <a:picLocks noChangeAspect="1"/>
          </p:cNvPicPr>
          <p:nvPr/>
        </p:nvPicPr>
        <p:blipFill>
          <a:blip r:embed="rId7"/>
          <a:stretch>
            <a:fillRect/>
          </a:stretch>
        </p:blipFill>
        <p:spPr>
          <a:xfrm>
            <a:off x="8075172" y="4122484"/>
            <a:ext cx="3757990" cy="2130442"/>
          </a:xfrm>
          <a:prstGeom prst="rect">
            <a:avLst/>
          </a:prstGeom>
        </p:spPr>
      </p:pic>
    </p:spTree>
    <p:extLst>
      <p:ext uri="{BB962C8B-B14F-4D97-AF65-F5344CB8AC3E}">
        <p14:creationId xmlns:p14="http://schemas.microsoft.com/office/powerpoint/2010/main" val="1609857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51BC9-4C45-A22F-F168-27A8321AF1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731FF4-BC67-6607-31F2-66C3FE353299}"/>
              </a:ext>
            </a:extLst>
          </p:cNvPr>
          <p:cNvSpPr txBox="1"/>
          <p:nvPr/>
        </p:nvSpPr>
        <p:spPr>
          <a:xfrm>
            <a:off x="0" y="78440"/>
            <a:ext cx="771973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医院渠道品牌在分子式内份额与分子式份额在目标市场份额负相关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2</a:t>
            </a:r>
            <a:r>
              <a:rPr lang="zh-CN" altLang="en-US" sz="1600" b="1" dirty="0">
                <a:latin typeface="微软雅黑" panose="020B0503020204020204" pitchFamily="34" charset="-122"/>
              </a:rPr>
              <a:t>）</a:t>
            </a:r>
          </a:p>
        </p:txBody>
      </p:sp>
      <p:sp>
        <p:nvSpPr>
          <p:cNvPr id="2" name="TextBox 1">
            <a:extLst>
              <a:ext uri="{FF2B5EF4-FFF2-40B4-BE49-F238E27FC236}">
                <a16:creationId xmlns:a16="http://schemas.microsoft.com/office/drawing/2014/main" id="{12743701-A470-D589-DDB1-F0007FA0F3E2}"/>
              </a:ext>
            </a:extLst>
          </p:cNvPr>
          <p:cNvSpPr txBox="1"/>
          <p:nvPr/>
        </p:nvSpPr>
        <p:spPr>
          <a:xfrm>
            <a:off x="424920"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5" name="TextBox 4">
            <a:extLst>
              <a:ext uri="{FF2B5EF4-FFF2-40B4-BE49-F238E27FC236}">
                <a16:creationId xmlns:a16="http://schemas.microsoft.com/office/drawing/2014/main" id="{6B5F845B-1A6B-4431-BAD6-8086FDDE5BB8}"/>
              </a:ext>
            </a:extLst>
          </p:cNvPr>
          <p:cNvSpPr txBox="1"/>
          <p:nvPr/>
        </p:nvSpPr>
        <p:spPr>
          <a:xfrm>
            <a:off x="328456" y="1021559"/>
            <a:ext cx="1605064" cy="276999"/>
          </a:xfrm>
          <a:prstGeom prst="rect">
            <a:avLst/>
          </a:prstGeom>
          <a:noFill/>
        </p:spPr>
        <p:txBody>
          <a:bodyPr wrap="square" rtlCol="0">
            <a:spAutoFit/>
          </a:bodyPr>
          <a:lstStyle/>
          <a:p>
            <a:r>
              <a:rPr lang="zh-CN" altLang="en-US" sz="1200" dirty="0"/>
              <a:t>川藏</a:t>
            </a:r>
          </a:p>
        </p:txBody>
      </p:sp>
      <p:sp>
        <p:nvSpPr>
          <p:cNvPr id="7" name="TextBox 6">
            <a:extLst>
              <a:ext uri="{FF2B5EF4-FFF2-40B4-BE49-F238E27FC236}">
                <a16:creationId xmlns:a16="http://schemas.microsoft.com/office/drawing/2014/main" id="{D6824EED-C46A-DA4D-1BD1-1317BF33C8ED}"/>
              </a:ext>
            </a:extLst>
          </p:cNvPr>
          <p:cNvSpPr txBox="1"/>
          <p:nvPr/>
        </p:nvSpPr>
        <p:spPr>
          <a:xfrm>
            <a:off x="4178321" y="990364"/>
            <a:ext cx="1605064" cy="276999"/>
          </a:xfrm>
          <a:prstGeom prst="rect">
            <a:avLst/>
          </a:prstGeom>
          <a:noFill/>
        </p:spPr>
        <p:txBody>
          <a:bodyPr wrap="square" rtlCol="0">
            <a:spAutoFit/>
          </a:bodyPr>
          <a:lstStyle/>
          <a:p>
            <a:r>
              <a:rPr lang="zh-CN" altLang="en-US" sz="1200" dirty="0"/>
              <a:t>江西省</a:t>
            </a:r>
          </a:p>
        </p:txBody>
      </p:sp>
      <p:pic>
        <p:nvPicPr>
          <p:cNvPr id="19" name="Picture 18">
            <a:extLst>
              <a:ext uri="{FF2B5EF4-FFF2-40B4-BE49-F238E27FC236}">
                <a16:creationId xmlns:a16="http://schemas.microsoft.com/office/drawing/2014/main" id="{FD13A1F5-C946-98DE-100B-CAD11CC46A52}"/>
              </a:ext>
            </a:extLst>
          </p:cNvPr>
          <p:cNvPicPr>
            <a:picLocks noChangeAspect="1"/>
          </p:cNvPicPr>
          <p:nvPr/>
        </p:nvPicPr>
        <p:blipFill>
          <a:blip r:embed="rId2"/>
          <a:stretch>
            <a:fillRect/>
          </a:stretch>
        </p:blipFill>
        <p:spPr>
          <a:xfrm>
            <a:off x="263526" y="1301118"/>
            <a:ext cx="3788522" cy="2147751"/>
          </a:xfrm>
          <a:prstGeom prst="rect">
            <a:avLst/>
          </a:prstGeom>
        </p:spPr>
      </p:pic>
      <p:pic>
        <p:nvPicPr>
          <p:cNvPr id="20" name="Picture 19">
            <a:extLst>
              <a:ext uri="{FF2B5EF4-FFF2-40B4-BE49-F238E27FC236}">
                <a16:creationId xmlns:a16="http://schemas.microsoft.com/office/drawing/2014/main" id="{70E15E06-6BC8-1946-F3F0-DCC2A4C9604E}"/>
              </a:ext>
            </a:extLst>
          </p:cNvPr>
          <p:cNvPicPr>
            <a:picLocks noChangeAspect="1"/>
          </p:cNvPicPr>
          <p:nvPr/>
        </p:nvPicPr>
        <p:blipFill>
          <a:blip r:embed="rId3"/>
          <a:stretch>
            <a:fillRect/>
          </a:stretch>
        </p:blipFill>
        <p:spPr>
          <a:xfrm>
            <a:off x="4178321" y="1298558"/>
            <a:ext cx="3800267" cy="2154409"/>
          </a:xfrm>
          <a:prstGeom prst="rect">
            <a:avLst/>
          </a:prstGeom>
        </p:spPr>
      </p:pic>
      <p:pic>
        <p:nvPicPr>
          <p:cNvPr id="21" name="Picture 20">
            <a:extLst>
              <a:ext uri="{FF2B5EF4-FFF2-40B4-BE49-F238E27FC236}">
                <a16:creationId xmlns:a16="http://schemas.microsoft.com/office/drawing/2014/main" id="{16358EA5-662C-551A-D73C-F40739598184}"/>
              </a:ext>
            </a:extLst>
          </p:cNvPr>
          <p:cNvPicPr>
            <a:picLocks noChangeAspect="1"/>
          </p:cNvPicPr>
          <p:nvPr/>
        </p:nvPicPr>
        <p:blipFill>
          <a:blip r:embed="rId4"/>
          <a:stretch>
            <a:fillRect/>
          </a:stretch>
        </p:blipFill>
        <p:spPr>
          <a:xfrm>
            <a:off x="8230642" y="1298558"/>
            <a:ext cx="3757990" cy="2130442"/>
          </a:xfrm>
          <a:prstGeom prst="rect">
            <a:avLst/>
          </a:prstGeom>
        </p:spPr>
      </p:pic>
      <p:sp>
        <p:nvSpPr>
          <p:cNvPr id="22" name="TextBox 21">
            <a:extLst>
              <a:ext uri="{FF2B5EF4-FFF2-40B4-BE49-F238E27FC236}">
                <a16:creationId xmlns:a16="http://schemas.microsoft.com/office/drawing/2014/main" id="{94726BD9-DA54-981F-5166-DFAC0A751DB3}"/>
              </a:ext>
            </a:extLst>
          </p:cNvPr>
          <p:cNvSpPr txBox="1"/>
          <p:nvPr/>
        </p:nvSpPr>
        <p:spPr>
          <a:xfrm>
            <a:off x="8164550" y="990364"/>
            <a:ext cx="1605064" cy="276999"/>
          </a:xfrm>
          <a:prstGeom prst="rect">
            <a:avLst/>
          </a:prstGeom>
          <a:noFill/>
        </p:spPr>
        <p:txBody>
          <a:bodyPr wrap="square" rtlCol="0">
            <a:spAutoFit/>
          </a:bodyPr>
          <a:lstStyle/>
          <a:p>
            <a:r>
              <a:rPr lang="zh-CN" altLang="en-US" sz="1200" dirty="0"/>
              <a:t>福建省</a:t>
            </a:r>
          </a:p>
        </p:txBody>
      </p:sp>
      <p:pic>
        <p:nvPicPr>
          <p:cNvPr id="23" name="Picture 22">
            <a:extLst>
              <a:ext uri="{FF2B5EF4-FFF2-40B4-BE49-F238E27FC236}">
                <a16:creationId xmlns:a16="http://schemas.microsoft.com/office/drawing/2014/main" id="{4B7FB1A8-AFC2-94A7-4EC9-6C7F93AE0CCD}"/>
              </a:ext>
            </a:extLst>
          </p:cNvPr>
          <p:cNvPicPr>
            <a:picLocks noChangeAspect="1"/>
          </p:cNvPicPr>
          <p:nvPr/>
        </p:nvPicPr>
        <p:blipFill>
          <a:blip r:embed="rId5"/>
          <a:stretch>
            <a:fillRect/>
          </a:stretch>
        </p:blipFill>
        <p:spPr>
          <a:xfrm>
            <a:off x="263525" y="4178149"/>
            <a:ext cx="3788523" cy="2147752"/>
          </a:xfrm>
          <a:prstGeom prst="rect">
            <a:avLst/>
          </a:prstGeom>
        </p:spPr>
      </p:pic>
      <p:sp>
        <p:nvSpPr>
          <p:cNvPr id="24" name="TextBox 23">
            <a:extLst>
              <a:ext uri="{FF2B5EF4-FFF2-40B4-BE49-F238E27FC236}">
                <a16:creationId xmlns:a16="http://schemas.microsoft.com/office/drawing/2014/main" id="{615F3565-D921-DFF0-F501-10B4926BC94C}"/>
              </a:ext>
            </a:extLst>
          </p:cNvPr>
          <p:cNvSpPr txBox="1"/>
          <p:nvPr/>
        </p:nvSpPr>
        <p:spPr>
          <a:xfrm>
            <a:off x="263525" y="3818547"/>
            <a:ext cx="1605064" cy="276999"/>
          </a:xfrm>
          <a:prstGeom prst="rect">
            <a:avLst/>
          </a:prstGeom>
          <a:noFill/>
        </p:spPr>
        <p:txBody>
          <a:bodyPr wrap="square" rtlCol="0">
            <a:spAutoFit/>
          </a:bodyPr>
          <a:lstStyle/>
          <a:p>
            <a:r>
              <a:rPr lang="zh-CN" altLang="en-US" sz="1200" dirty="0"/>
              <a:t>重庆市</a:t>
            </a:r>
          </a:p>
        </p:txBody>
      </p:sp>
    </p:spTree>
    <p:extLst>
      <p:ext uri="{BB962C8B-B14F-4D97-AF65-F5344CB8AC3E}">
        <p14:creationId xmlns:p14="http://schemas.microsoft.com/office/powerpoint/2010/main" val="3352440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67E7-B359-2533-0FCB-5656B32D65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2B3E3A-FF61-C5AB-FA66-078A7D3772E6}"/>
              </a:ext>
            </a:extLst>
          </p:cNvPr>
          <p:cNvSpPr txBox="1"/>
          <p:nvPr/>
        </p:nvSpPr>
        <p:spPr>
          <a:xfrm>
            <a:off x="285750" y="115465"/>
            <a:ext cx="639295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政策宽松度与品牌在</a:t>
            </a:r>
            <a:r>
              <a:rPr lang="en-GB" altLang="zh-CN" sz="1600" b="1" dirty="0">
                <a:latin typeface="微软雅黑" panose="020B0503020204020204" pitchFamily="34" charset="-122"/>
              </a:rPr>
              <a:t>MNC_OUT</a:t>
            </a:r>
            <a:r>
              <a:rPr lang="zh-CN" altLang="en-US" sz="1600" b="1" dirty="0">
                <a:latin typeface="微软雅黑" panose="020B0503020204020204" pitchFamily="34" charset="-122"/>
              </a:rPr>
              <a:t>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络活喜（看</a:t>
            </a:r>
            <a:r>
              <a:rPr lang="en-GB" altLang="zh-CN" sz="1600" b="1" dirty="0">
                <a:latin typeface="微软雅黑" panose="020B0503020204020204" pitchFamily="34" charset="-122"/>
              </a:rPr>
              <a:t>class</a:t>
            </a:r>
            <a:r>
              <a:rPr lang="zh-CN" altLang="en-US" sz="1600" b="1" dirty="0">
                <a:latin typeface="微软雅黑" panose="020B0503020204020204" pitchFamily="34" charset="-122"/>
              </a:rPr>
              <a:t>内）</a:t>
            </a:r>
          </a:p>
        </p:txBody>
      </p:sp>
      <p:sp>
        <p:nvSpPr>
          <p:cNvPr id="2" name="TextBox 1">
            <a:extLst>
              <a:ext uri="{FF2B5EF4-FFF2-40B4-BE49-F238E27FC236}">
                <a16:creationId xmlns:a16="http://schemas.microsoft.com/office/drawing/2014/main" id="{FCE21F07-6A0A-8EEF-118D-8BA8E8B6930B}"/>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6" name="TextBox 5">
            <a:extLst>
              <a:ext uri="{FF2B5EF4-FFF2-40B4-BE49-F238E27FC236}">
                <a16:creationId xmlns:a16="http://schemas.microsoft.com/office/drawing/2014/main" id="{BB55376B-86D2-2CC0-3BFC-C06E5886D13E}"/>
              </a:ext>
            </a:extLst>
          </p:cNvPr>
          <p:cNvSpPr txBox="1"/>
          <p:nvPr/>
        </p:nvSpPr>
        <p:spPr>
          <a:xfrm>
            <a:off x="263525" y="1022718"/>
            <a:ext cx="1605064" cy="276999"/>
          </a:xfrm>
          <a:prstGeom prst="rect">
            <a:avLst/>
          </a:prstGeom>
          <a:noFill/>
        </p:spPr>
        <p:txBody>
          <a:bodyPr wrap="square" rtlCol="0">
            <a:spAutoFit/>
          </a:bodyPr>
          <a:lstStyle/>
          <a:p>
            <a:r>
              <a:rPr lang="zh-CN" altLang="en-US" sz="1200" dirty="0"/>
              <a:t>广东省</a:t>
            </a:r>
          </a:p>
        </p:txBody>
      </p:sp>
      <p:sp>
        <p:nvSpPr>
          <p:cNvPr id="7" name="TextBox 6">
            <a:extLst>
              <a:ext uri="{FF2B5EF4-FFF2-40B4-BE49-F238E27FC236}">
                <a16:creationId xmlns:a16="http://schemas.microsoft.com/office/drawing/2014/main" id="{1EFA8AC9-BFF7-E639-D587-4004D3217784}"/>
              </a:ext>
            </a:extLst>
          </p:cNvPr>
          <p:cNvSpPr txBox="1"/>
          <p:nvPr/>
        </p:nvSpPr>
        <p:spPr>
          <a:xfrm>
            <a:off x="4302443" y="1009123"/>
            <a:ext cx="1605064" cy="276999"/>
          </a:xfrm>
          <a:prstGeom prst="rect">
            <a:avLst/>
          </a:prstGeom>
          <a:noFill/>
        </p:spPr>
        <p:txBody>
          <a:bodyPr wrap="square" rtlCol="0">
            <a:spAutoFit/>
          </a:bodyPr>
          <a:lstStyle/>
          <a:p>
            <a:r>
              <a:rPr lang="zh-CN" altLang="en-US" sz="1200" dirty="0"/>
              <a:t>安徽省</a:t>
            </a:r>
          </a:p>
        </p:txBody>
      </p:sp>
      <p:pic>
        <p:nvPicPr>
          <p:cNvPr id="21" name="Picture 20">
            <a:extLst>
              <a:ext uri="{FF2B5EF4-FFF2-40B4-BE49-F238E27FC236}">
                <a16:creationId xmlns:a16="http://schemas.microsoft.com/office/drawing/2014/main" id="{B78716E9-EF8D-6515-AC44-7F345577587F}"/>
              </a:ext>
            </a:extLst>
          </p:cNvPr>
          <p:cNvPicPr>
            <a:picLocks noChangeAspect="1"/>
          </p:cNvPicPr>
          <p:nvPr/>
        </p:nvPicPr>
        <p:blipFill>
          <a:blip r:embed="rId2"/>
          <a:stretch>
            <a:fillRect/>
          </a:stretch>
        </p:blipFill>
        <p:spPr>
          <a:xfrm>
            <a:off x="263525" y="1349542"/>
            <a:ext cx="3690913" cy="2092416"/>
          </a:xfrm>
          <a:prstGeom prst="rect">
            <a:avLst/>
          </a:prstGeom>
        </p:spPr>
      </p:pic>
      <p:pic>
        <p:nvPicPr>
          <p:cNvPr id="22" name="Picture 21">
            <a:extLst>
              <a:ext uri="{FF2B5EF4-FFF2-40B4-BE49-F238E27FC236}">
                <a16:creationId xmlns:a16="http://schemas.microsoft.com/office/drawing/2014/main" id="{32688D5C-0717-08ED-E7EE-BDFCFCD4F4B4}"/>
              </a:ext>
            </a:extLst>
          </p:cNvPr>
          <p:cNvPicPr>
            <a:picLocks noChangeAspect="1"/>
          </p:cNvPicPr>
          <p:nvPr/>
        </p:nvPicPr>
        <p:blipFill>
          <a:blip r:embed="rId3"/>
          <a:stretch>
            <a:fillRect/>
          </a:stretch>
        </p:blipFill>
        <p:spPr>
          <a:xfrm>
            <a:off x="4280877" y="1337105"/>
            <a:ext cx="3712855" cy="2104854"/>
          </a:xfrm>
          <a:prstGeom prst="rect">
            <a:avLst/>
          </a:prstGeom>
        </p:spPr>
      </p:pic>
      <p:sp>
        <p:nvSpPr>
          <p:cNvPr id="27" name="TextBox 26">
            <a:extLst>
              <a:ext uri="{FF2B5EF4-FFF2-40B4-BE49-F238E27FC236}">
                <a16:creationId xmlns:a16="http://schemas.microsoft.com/office/drawing/2014/main" id="{2F100BAC-AD63-8853-46C4-274AE946BFA9}"/>
              </a:ext>
            </a:extLst>
          </p:cNvPr>
          <p:cNvSpPr txBox="1"/>
          <p:nvPr/>
        </p:nvSpPr>
        <p:spPr>
          <a:xfrm>
            <a:off x="8221403" y="1047881"/>
            <a:ext cx="1605064" cy="276999"/>
          </a:xfrm>
          <a:prstGeom prst="rect">
            <a:avLst/>
          </a:prstGeom>
          <a:noFill/>
        </p:spPr>
        <p:txBody>
          <a:bodyPr wrap="square" rtlCol="0">
            <a:spAutoFit/>
          </a:bodyPr>
          <a:lstStyle/>
          <a:p>
            <a:r>
              <a:rPr lang="zh-CN" altLang="en-US" sz="1200" dirty="0"/>
              <a:t>江西省</a:t>
            </a:r>
          </a:p>
        </p:txBody>
      </p:sp>
      <p:pic>
        <p:nvPicPr>
          <p:cNvPr id="28" name="Picture 27">
            <a:extLst>
              <a:ext uri="{FF2B5EF4-FFF2-40B4-BE49-F238E27FC236}">
                <a16:creationId xmlns:a16="http://schemas.microsoft.com/office/drawing/2014/main" id="{AA699B6E-6F04-8865-A7D5-C24B61C71380}"/>
              </a:ext>
            </a:extLst>
          </p:cNvPr>
          <p:cNvPicPr>
            <a:picLocks noChangeAspect="1"/>
          </p:cNvPicPr>
          <p:nvPr/>
        </p:nvPicPr>
        <p:blipFill>
          <a:blip r:embed="rId4"/>
          <a:stretch>
            <a:fillRect/>
          </a:stretch>
        </p:blipFill>
        <p:spPr>
          <a:xfrm>
            <a:off x="8237563" y="1324878"/>
            <a:ext cx="3788523" cy="2147751"/>
          </a:xfrm>
          <a:prstGeom prst="rect">
            <a:avLst/>
          </a:prstGeom>
        </p:spPr>
      </p:pic>
      <p:sp>
        <p:nvSpPr>
          <p:cNvPr id="29" name="TextBox 28">
            <a:extLst>
              <a:ext uri="{FF2B5EF4-FFF2-40B4-BE49-F238E27FC236}">
                <a16:creationId xmlns:a16="http://schemas.microsoft.com/office/drawing/2014/main" id="{39405A0E-1F50-214C-1FCC-6B56D8D9C795}"/>
              </a:ext>
            </a:extLst>
          </p:cNvPr>
          <p:cNvSpPr txBox="1"/>
          <p:nvPr/>
        </p:nvSpPr>
        <p:spPr>
          <a:xfrm>
            <a:off x="167918" y="3832838"/>
            <a:ext cx="1605064" cy="276999"/>
          </a:xfrm>
          <a:prstGeom prst="rect">
            <a:avLst/>
          </a:prstGeom>
          <a:noFill/>
        </p:spPr>
        <p:txBody>
          <a:bodyPr wrap="square" rtlCol="0">
            <a:spAutoFit/>
          </a:bodyPr>
          <a:lstStyle/>
          <a:p>
            <a:r>
              <a:rPr lang="zh-CN" altLang="en-US" sz="1200" dirty="0"/>
              <a:t>福建省</a:t>
            </a:r>
          </a:p>
        </p:txBody>
      </p:sp>
      <p:pic>
        <p:nvPicPr>
          <p:cNvPr id="30" name="Picture 29">
            <a:extLst>
              <a:ext uri="{FF2B5EF4-FFF2-40B4-BE49-F238E27FC236}">
                <a16:creationId xmlns:a16="http://schemas.microsoft.com/office/drawing/2014/main" id="{490D7C56-2ADD-A9C8-48C1-4C8833790756}"/>
              </a:ext>
            </a:extLst>
          </p:cNvPr>
          <p:cNvPicPr>
            <a:picLocks noChangeAspect="1"/>
          </p:cNvPicPr>
          <p:nvPr/>
        </p:nvPicPr>
        <p:blipFill>
          <a:blip r:embed="rId5"/>
          <a:stretch>
            <a:fillRect/>
          </a:stretch>
        </p:blipFill>
        <p:spPr>
          <a:xfrm>
            <a:off x="285750" y="4109837"/>
            <a:ext cx="3788521" cy="2147751"/>
          </a:xfrm>
          <a:prstGeom prst="rect">
            <a:avLst/>
          </a:prstGeom>
        </p:spPr>
      </p:pic>
      <p:sp>
        <p:nvSpPr>
          <p:cNvPr id="31" name="TextBox 30">
            <a:extLst>
              <a:ext uri="{FF2B5EF4-FFF2-40B4-BE49-F238E27FC236}">
                <a16:creationId xmlns:a16="http://schemas.microsoft.com/office/drawing/2014/main" id="{623343B4-CFF4-2D7D-E43F-72808884CAE1}"/>
              </a:ext>
            </a:extLst>
          </p:cNvPr>
          <p:cNvSpPr txBox="1"/>
          <p:nvPr/>
        </p:nvSpPr>
        <p:spPr>
          <a:xfrm>
            <a:off x="4206605" y="3807963"/>
            <a:ext cx="1605064" cy="276999"/>
          </a:xfrm>
          <a:prstGeom prst="rect">
            <a:avLst/>
          </a:prstGeom>
          <a:noFill/>
        </p:spPr>
        <p:txBody>
          <a:bodyPr wrap="square" rtlCol="0">
            <a:spAutoFit/>
          </a:bodyPr>
          <a:lstStyle/>
          <a:p>
            <a:r>
              <a:rPr lang="zh-CN" altLang="en-US" sz="1200" dirty="0"/>
              <a:t>重庆市</a:t>
            </a:r>
          </a:p>
        </p:txBody>
      </p:sp>
      <p:pic>
        <p:nvPicPr>
          <p:cNvPr id="32" name="Picture 31">
            <a:extLst>
              <a:ext uri="{FF2B5EF4-FFF2-40B4-BE49-F238E27FC236}">
                <a16:creationId xmlns:a16="http://schemas.microsoft.com/office/drawing/2014/main" id="{608E42A9-B763-0975-94C2-45BDE5CC234A}"/>
              </a:ext>
            </a:extLst>
          </p:cNvPr>
          <p:cNvPicPr>
            <a:picLocks noChangeAspect="1"/>
          </p:cNvPicPr>
          <p:nvPr/>
        </p:nvPicPr>
        <p:blipFill>
          <a:blip r:embed="rId6"/>
          <a:stretch>
            <a:fillRect/>
          </a:stretch>
        </p:blipFill>
        <p:spPr>
          <a:xfrm>
            <a:off x="4206605" y="4112594"/>
            <a:ext cx="3778790" cy="2142233"/>
          </a:xfrm>
          <a:prstGeom prst="rect">
            <a:avLst/>
          </a:prstGeom>
        </p:spPr>
      </p:pic>
      <p:sp>
        <p:nvSpPr>
          <p:cNvPr id="35" name="TextBox 34">
            <a:extLst>
              <a:ext uri="{FF2B5EF4-FFF2-40B4-BE49-F238E27FC236}">
                <a16:creationId xmlns:a16="http://schemas.microsoft.com/office/drawing/2014/main" id="{0A3BE269-F91C-9069-6DA8-3419C0E41C5C}"/>
              </a:ext>
            </a:extLst>
          </p:cNvPr>
          <p:cNvSpPr txBox="1"/>
          <p:nvPr/>
        </p:nvSpPr>
        <p:spPr>
          <a:xfrm>
            <a:off x="167918" y="6239438"/>
            <a:ext cx="4038687" cy="646331"/>
          </a:xfrm>
          <a:prstGeom prst="rect">
            <a:avLst/>
          </a:prstGeom>
          <a:noFill/>
        </p:spPr>
        <p:txBody>
          <a:bodyPr wrap="square" rtlCol="0">
            <a:spAutoFit/>
          </a:bodyPr>
          <a:lstStyle/>
          <a:p>
            <a:r>
              <a:rPr lang="zh-CN" altLang="en-US" sz="1200" dirty="0"/>
              <a:t>络活喜</a:t>
            </a:r>
            <a:r>
              <a:rPr lang="en-GB" altLang="zh-CN" sz="1200" dirty="0"/>
              <a:t>Class</a:t>
            </a:r>
            <a:r>
              <a:rPr lang="zh-CN" altLang="en-US" sz="1200" dirty="0"/>
              <a:t>内的</a:t>
            </a:r>
            <a:r>
              <a:rPr lang="en-GB" altLang="zh-CN" sz="1200" dirty="0"/>
              <a:t>MNC_OUT</a:t>
            </a:r>
            <a:r>
              <a:rPr lang="zh-CN" altLang="en-US" sz="1200" dirty="0"/>
              <a:t>有络活喜、拜新同和再宁平（乐卡地平），乐卡地平在福建份额较高，且再宁平可能中标了，因此在三个产品里份额高达</a:t>
            </a:r>
            <a:r>
              <a:rPr lang="en-GB" altLang="zh-CN" sz="1200" dirty="0"/>
              <a:t>40%</a:t>
            </a:r>
            <a:r>
              <a:rPr lang="zh-CN" altLang="en-US" sz="1200" dirty="0"/>
              <a:t>。</a:t>
            </a:r>
          </a:p>
        </p:txBody>
      </p:sp>
    </p:spTree>
    <p:extLst>
      <p:ext uri="{BB962C8B-B14F-4D97-AF65-F5344CB8AC3E}">
        <p14:creationId xmlns:p14="http://schemas.microsoft.com/office/powerpoint/2010/main" val="2501910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8965-F067-B44C-DF49-E375FB8FDC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D4F452-BEFB-D52E-F515-C960E8C602C8}"/>
              </a:ext>
            </a:extLst>
          </p:cNvPr>
          <p:cNvSpPr txBox="1"/>
          <p:nvPr/>
        </p:nvSpPr>
        <p:spPr>
          <a:xfrm>
            <a:off x="285750" y="114300"/>
            <a:ext cx="515582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政策宽松度与公立二三级医院分销率负相关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络活喜</a:t>
            </a:r>
          </a:p>
        </p:txBody>
      </p:sp>
      <p:sp>
        <p:nvSpPr>
          <p:cNvPr id="2" name="TextBox 1">
            <a:extLst>
              <a:ext uri="{FF2B5EF4-FFF2-40B4-BE49-F238E27FC236}">
                <a16:creationId xmlns:a16="http://schemas.microsoft.com/office/drawing/2014/main" id="{085A73BF-E057-A252-7D9A-7FF1E6490A66}"/>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r>
              <a:rPr lang="en-GB" altLang="zh-CN" sz="1400" dirty="0">
                <a:latin typeface="微软雅黑" panose="020B0503020204020204" pitchFamily="34" charset="-122"/>
              </a:rPr>
              <a:t>+</a:t>
            </a:r>
            <a:r>
              <a:rPr lang="zh-CN" altLang="en-US" sz="1400" dirty="0">
                <a:latin typeface="微软雅黑" panose="020B0503020204020204" pitchFamily="34" charset="-122"/>
              </a:rPr>
              <a:t>辽宁省</a:t>
            </a:r>
          </a:p>
        </p:txBody>
      </p:sp>
      <p:sp>
        <p:nvSpPr>
          <p:cNvPr id="3" name="TextBox 2">
            <a:extLst>
              <a:ext uri="{FF2B5EF4-FFF2-40B4-BE49-F238E27FC236}">
                <a16:creationId xmlns:a16="http://schemas.microsoft.com/office/drawing/2014/main" id="{9530C7D6-F722-0A31-C4BA-492B42188FCA}"/>
              </a:ext>
            </a:extLst>
          </p:cNvPr>
          <p:cNvSpPr txBox="1"/>
          <p:nvPr/>
        </p:nvSpPr>
        <p:spPr>
          <a:xfrm>
            <a:off x="263525" y="1022718"/>
            <a:ext cx="1605064" cy="276999"/>
          </a:xfrm>
          <a:prstGeom prst="rect">
            <a:avLst/>
          </a:prstGeom>
          <a:noFill/>
        </p:spPr>
        <p:txBody>
          <a:bodyPr wrap="square" rtlCol="0">
            <a:spAutoFit/>
          </a:bodyPr>
          <a:lstStyle/>
          <a:p>
            <a:r>
              <a:rPr lang="zh-CN" altLang="en-US" sz="1200" dirty="0"/>
              <a:t>广东省</a:t>
            </a:r>
          </a:p>
        </p:txBody>
      </p:sp>
      <p:sp>
        <p:nvSpPr>
          <p:cNvPr id="5" name="TextBox 4">
            <a:extLst>
              <a:ext uri="{FF2B5EF4-FFF2-40B4-BE49-F238E27FC236}">
                <a16:creationId xmlns:a16="http://schemas.microsoft.com/office/drawing/2014/main" id="{890C7F45-634D-6146-E1F1-98F8275C41B2}"/>
              </a:ext>
            </a:extLst>
          </p:cNvPr>
          <p:cNvSpPr txBox="1"/>
          <p:nvPr/>
        </p:nvSpPr>
        <p:spPr>
          <a:xfrm>
            <a:off x="4302443" y="1009123"/>
            <a:ext cx="1605064" cy="276999"/>
          </a:xfrm>
          <a:prstGeom prst="rect">
            <a:avLst/>
          </a:prstGeom>
          <a:noFill/>
        </p:spPr>
        <p:txBody>
          <a:bodyPr wrap="square" rtlCol="0">
            <a:spAutoFit/>
          </a:bodyPr>
          <a:lstStyle/>
          <a:p>
            <a:r>
              <a:rPr lang="zh-CN" altLang="en-US" sz="1200" dirty="0"/>
              <a:t>安徽省</a:t>
            </a:r>
          </a:p>
        </p:txBody>
      </p:sp>
      <p:sp>
        <p:nvSpPr>
          <p:cNvPr id="6" name="TextBox 5">
            <a:extLst>
              <a:ext uri="{FF2B5EF4-FFF2-40B4-BE49-F238E27FC236}">
                <a16:creationId xmlns:a16="http://schemas.microsoft.com/office/drawing/2014/main" id="{329810FA-7C2C-7279-E485-062EA05DFB66}"/>
              </a:ext>
            </a:extLst>
          </p:cNvPr>
          <p:cNvSpPr txBox="1"/>
          <p:nvPr/>
        </p:nvSpPr>
        <p:spPr>
          <a:xfrm>
            <a:off x="8221403" y="1047881"/>
            <a:ext cx="1605064" cy="276999"/>
          </a:xfrm>
          <a:prstGeom prst="rect">
            <a:avLst/>
          </a:prstGeom>
          <a:noFill/>
        </p:spPr>
        <p:txBody>
          <a:bodyPr wrap="square" rtlCol="0">
            <a:spAutoFit/>
          </a:bodyPr>
          <a:lstStyle/>
          <a:p>
            <a:r>
              <a:rPr lang="zh-CN" altLang="en-US" sz="1200" dirty="0"/>
              <a:t>江西省</a:t>
            </a:r>
          </a:p>
        </p:txBody>
      </p:sp>
      <p:sp>
        <p:nvSpPr>
          <p:cNvPr id="7" name="TextBox 6">
            <a:extLst>
              <a:ext uri="{FF2B5EF4-FFF2-40B4-BE49-F238E27FC236}">
                <a16:creationId xmlns:a16="http://schemas.microsoft.com/office/drawing/2014/main" id="{10681F90-E3C5-E1B4-CCD7-2D5EA52DC979}"/>
              </a:ext>
            </a:extLst>
          </p:cNvPr>
          <p:cNvSpPr txBox="1"/>
          <p:nvPr/>
        </p:nvSpPr>
        <p:spPr>
          <a:xfrm>
            <a:off x="167918" y="3832838"/>
            <a:ext cx="1605064" cy="276999"/>
          </a:xfrm>
          <a:prstGeom prst="rect">
            <a:avLst/>
          </a:prstGeom>
          <a:noFill/>
        </p:spPr>
        <p:txBody>
          <a:bodyPr wrap="square" rtlCol="0">
            <a:spAutoFit/>
          </a:bodyPr>
          <a:lstStyle/>
          <a:p>
            <a:r>
              <a:rPr lang="zh-CN" altLang="en-US" sz="1200" dirty="0"/>
              <a:t>福建省</a:t>
            </a:r>
          </a:p>
        </p:txBody>
      </p:sp>
      <p:sp>
        <p:nvSpPr>
          <p:cNvPr id="8" name="TextBox 7">
            <a:extLst>
              <a:ext uri="{FF2B5EF4-FFF2-40B4-BE49-F238E27FC236}">
                <a16:creationId xmlns:a16="http://schemas.microsoft.com/office/drawing/2014/main" id="{7E61DC21-B1A8-8B19-08C8-47079469E7DE}"/>
              </a:ext>
            </a:extLst>
          </p:cNvPr>
          <p:cNvSpPr txBox="1"/>
          <p:nvPr/>
        </p:nvSpPr>
        <p:spPr>
          <a:xfrm>
            <a:off x="4206605" y="3807963"/>
            <a:ext cx="1605064" cy="276999"/>
          </a:xfrm>
          <a:prstGeom prst="rect">
            <a:avLst/>
          </a:prstGeom>
          <a:noFill/>
        </p:spPr>
        <p:txBody>
          <a:bodyPr wrap="square" rtlCol="0">
            <a:spAutoFit/>
          </a:bodyPr>
          <a:lstStyle/>
          <a:p>
            <a:r>
              <a:rPr lang="zh-CN" altLang="en-US" sz="1200" dirty="0"/>
              <a:t>重庆市</a:t>
            </a:r>
          </a:p>
        </p:txBody>
      </p:sp>
      <p:sp>
        <p:nvSpPr>
          <p:cNvPr id="16" name="TextBox 15">
            <a:extLst>
              <a:ext uri="{FF2B5EF4-FFF2-40B4-BE49-F238E27FC236}">
                <a16:creationId xmlns:a16="http://schemas.microsoft.com/office/drawing/2014/main" id="{0E9B771F-8128-DF9C-8B06-9F5B661166ED}"/>
              </a:ext>
            </a:extLst>
          </p:cNvPr>
          <p:cNvSpPr txBox="1"/>
          <p:nvPr/>
        </p:nvSpPr>
        <p:spPr>
          <a:xfrm>
            <a:off x="8191741" y="3807963"/>
            <a:ext cx="1605064" cy="276999"/>
          </a:xfrm>
          <a:prstGeom prst="rect">
            <a:avLst/>
          </a:prstGeom>
          <a:noFill/>
        </p:spPr>
        <p:txBody>
          <a:bodyPr wrap="square" rtlCol="0">
            <a:spAutoFit/>
          </a:bodyPr>
          <a:lstStyle/>
          <a:p>
            <a:r>
              <a:rPr lang="zh-CN" altLang="en-US" sz="1200" dirty="0"/>
              <a:t>辽宁省</a:t>
            </a:r>
          </a:p>
        </p:txBody>
      </p:sp>
      <p:pic>
        <p:nvPicPr>
          <p:cNvPr id="17" name="Picture 16">
            <a:extLst>
              <a:ext uri="{FF2B5EF4-FFF2-40B4-BE49-F238E27FC236}">
                <a16:creationId xmlns:a16="http://schemas.microsoft.com/office/drawing/2014/main" id="{973F21BE-DF6C-C396-E202-69BAF9ABCE0F}"/>
              </a:ext>
            </a:extLst>
          </p:cNvPr>
          <p:cNvPicPr>
            <a:picLocks noChangeAspect="1"/>
          </p:cNvPicPr>
          <p:nvPr/>
        </p:nvPicPr>
        <p:blipFill>
          <a:blip r:embed="rId2"/>
          <a:stretch>
            <a:fillRect/>
          </a:stretch>
        </p:blipFill>
        <p:spPr>
          <a:xfrm>
            <a:off x="8185950" y="4109836"/>
            <a:ext cx="3838131" cy="2163987"/>
          </a:xfrm>
          <a:prstGeom prst="rect">
            <a:avLst/>
          </a:prstGeom>
        </p:spPr>
      </p:pic>
      <p:pic>
        <p:nvPicPr>
          <p:cNvPr id="19" name="Picture 18">
            <a:extLst>
              <a:ext uri="{FF2B5EF4-FFF2-40B4-BE49-F238E27FC236}">
                <a16:creationId xmlns:a16="http://schemas.microsoft.com/office/drawing/2014/main" id="{E2A35A71-3EDC-C82A-5D63-E3C0790D91EB}"/>
              </a:ext>
            </a:extLst>
          </p:cNvPr>
          <p:cNvPicPr>
            <a:picLocks noChangeAspect="1"/>
          </p:cNvPicPr>
          <p:nvPr/>
        </p:nvPicPr>
        <p:blipFill>
          <a:blip r:embed="rId3"/>
          <a:stretch>
            <a:fillRect/>
          </a:stretch>
        </p:blipFill>
        <p:spPr>
          <a:xfrm>
            <a:off x="258960" y="1299247"/>
            <a:ext cx="3800692" cy="2142878"/>
          </a:xfrm>
          <a:prstGeom prst="rect">
            <a:avLst/>
          </a:prstGeom>
        </p:spPr>
      </p:pic>
      <p:pic>
        <p:nvPicPr>
          <p:cNvPr id="20" name="Picture 19">
            <a:extLst>
              <a:ext uri="{FF2B5EF4-FFF2-40B4-BE49-F238E27FC236}">
                <a16:creationId xmlns:a16="http://schemas.microsoft.com/office/drawing/2014/main" id="{F3EBF7FF-F2E9-44E1-4C38-68B205103050}"/>
              </a:ext>
            </a:extLst>
          </p:cNvPr>
          <p:cNvPicPr>
            <a:picLocks noChangeAspect="1"/>
          </p:cNvPicPr>
          <p:nvPr/>
        </p:nvPicPr>
        <p:blipFill>
          <a:blip r:embed="rId4"/>
          <a:stretch>
            <a:fillRect/>
          </a:stretch>
        </p:blipFill>
        <p:spPr>
          <a:xfrm>
            <a:off x="4248079" y="1315478"/>
            <a:ext cx="3748624" cy="2113522"/>
          </a:xfrm>
          <a:prstGeom prst="rect">
            <a:avLst/>
          </a:prstGeom>
        </p:spPr>
      </p:pic>
      <p:pic>
        <p:nvPicPr>
          <p:cNvPr id="22" name="Picture 21">
            <a:extLst>
              <a:ext uri="{FF2B5EF4-FFF2-40B4-BE49-F238E27FC236}">
                <a16:creationId xmlns:a16="http://schemas.microsoft.com/office/drawing/2014/main" id="{09D833E1-928A-100F-6346-5634A2221031}"/>
              </a:ext>
            </a:extLst>
          </p:cNvPr>
          <p:cNvPicPr>
            <a:picLocks noChangeAspect="1"/>
          </p:cNvPicPr>
          <p:nvPr/>
        </p:nvPicPr>
        <p:blipFill>
          <a:blip r:embed="rId5"/>
          <a:stretch>
            <a:fillRect/>
          </a:stretch>
        </p:blipFill>
        <p:spPr>
          <a:xfrm>
            <a:off x="8185130" y="1281403"/>
            <a:ext cx="3832340" cy="2160722"/>
          </a:xfrm>
          <a:prstGeom prst="rect">
            <a:avLst/>
          </a:prstGeom>
        </p:spPr>
      </p:pic>
      <p:pic>
        <p:nvPicPr>
          <p:cNvPr id="24" name="Picture 23">
            <a:extLst>
              <a:ext uri="{FF2B5EF4-FFF2-40B4-BE49-F238E27FC236}">
                <a16:creationId xmlns:a16="http://schemas.microsoft.com/office/drawing/2014/main" id="{9A8362EB-71A0-499E-2DF1-1A23A044C522}"/>
              </a:ext>
            </a:extLst>
          </p:cNvPr>
          <p:cNvPicPr>
            <a:picLocks noChangeAspect="1"/>
          </p:cNvPicPr>
          <p:nvPr/>
        </p:nvPicPr>
        <p:blipFill>
          <a:blip r:embed="rId6"/>
          <a:stretch>
            <a:fillRect/>
          </a:stretch>
        </p:blipFill>
        <p:spPr>
          <a:xfrm>
            <a:off x="263525" y="4084962"/>
            <a:ext cx="3800691" cy="2142878"/>
          </a:xfrm>
          <a:prstGeom prst="rect">
            <a:avLst/>
          </a:prstGeom>
        </p:spPr>
      </p:pic>
      <p:pic>
        <p:nvPicPr>
          <p:cNvPr id="25" name="Picture 24">
            <a:extLst>
              <a:ext uri="{FF2B5EF4-FFF2-40B4-BE49-F238E27FC236}">
                <a16:creationId xmlns:a16="http://schemas.microsoft.com/office/drawing/2014/main" id="{DD11CA57-0883-676C-4EEC-13032B66B902}"/>
              </a:ext>
            </a:extLst>
          </p:cNvPr>
          <p:cNvPicPr>
            <a:picLocks noChangeAspect="1"/>
          </p:cNvPicPr>
          <p:nvPr/>
        </p:nvPicPr>
        <p:blipFill>
          <a:blip r:embed="rId7"/>
          <a:stretch>
            <a:fillRect/>
          </a:stretch>
        </p:blipFill>
        <p:spPr>
          <a:xfrm>
            <a:off x="4206606" y="4134694"/>
            <a:ext cx="3800692" cy="2142878"/>
          </a:xfrm>
          <a:prstGeom prst="rect">
            <a:avLst/>
          </a:prstGeom>
        </p:spPr>
      </p:pic>
      <p:sp>
        <p:nvSpPr>
          <p:cNvPr id="26" name="TextBox 25">
            <a:extLst>
              <a:ext uri="{FF2B5EF4-FFF2-40B4-BE49-F238E27FC236}">
                <a16:creationId xmlns:a16="http://schemas.microsoft.com/office/drawing/2014/main" id="{FD1BC830-D95E-CBAF-32AD-6C50AA9E57B4}"/>
              </a:ext>
            </a:extLst>
          </p:cNvPr>
          <p:cNvSpPr txBox="1"/>
          <p:nvPr/>
        </p:nvSpPr>
        <p:spPr>
          <a:xfrm>
            <a:off x="8185130" y="3419134"/>
            <a:ext cx="3838952" cy="461665"/>
          </a:xfrm>
          <a:prstGeom prst="rect">
            <a:avLst/>
          </a:prstGeom>
          <a:noFill/>
        </p:spPr>
        <p:txBody>
          <a:bodyPr wrap="square" rtlCol="0">
            <a:spAutoFit/>
          </a:bodyPr>
          <a:lstStyle/>
          <a:p>
            <a:r>
              <a:rPr lang="zh-CN" altLang="en-US" sz="1200" dirty="0"/>
              <a:t>江西在政策趋严的情况下，应该适当的提升公立二三级医院分销率</a:t>
            </a:r>
          </a:p>
        </p:txBody>
      </p:sp>
      <p:sp>
        <p:nvSpPr>
          <p:cNvPr id="27" name="TextBox 26">
            <a:extLst>
              <a:ext uri="{FF2B5EF4-FFF2-40B4-BE49-F238E27FC236}">
                <a16:creationId xmlns:a16="http://schemas.microsoft.com/office/drawing/2014/main" id="{9C1A281B-1660-A814-C9CE-130DEECF10DF}"/>
              </a:ext>
            </a:extLst>
          </p:cNvPr>
          <p:cNvSpPr txBox="1"/>
          <p:nvPr/>
        </p:nvSpPr>
        <p:spPr>
          <a:xfrm>
            <a:off x="8221403" y="6227840"/>
            <a:ext cx="3796067" cy="276999"/>
          </a:xfrm>
          <a:prstGeom prst="rect">
            <a:avLst/>
          </a:prstGeom>
          <a:noFill/>
        </p:spPr>
        <p:txBody>
          <a:bodyPr wrap="square" rtlCol="0">
            <a:spAutoFit/>
          </a:bodyPr>
          <a:lstStyle/>
          <a:p>
            <a:r>
              <a:rPr lang="zh-CN" altLang="en-US" sz="1200" dirty="0"/>
              <a:t>辽宁在政策变宽松的情况下，倾向于做头部医院</a:t>
            </a:r>
          </a:p>
        </p:txBody>
      </p:sp>
      <p:sp>
        <p:nvSpPr>
          <p:cNvPr id="31" name="TextBox 30">
            <a:extLst>
              <a:ext uri="{FF2B5EF4-FFF2-40B4-BE49-F238E27FC236}">
                <a16:creationId xmlns:a16="http://schemas.microsoft.com/office/drawing/2014/main" id="{123ED532-6972-AAFD-C43F-D7BBC31F8C61}"/>
              </a:ext>
            </a:extLst>
          </p:cNvPr>
          <p:cNvSpPr txBox="1"/>
          <p:nvPr/>
        </p:nvSpPr>
        <p:spPr>
          <a:xfrm>
            <a:off x="247706" y="6273823"/>
            <a:ext cx="3796067" cy="646331"/>
          </a:xfrm>
          <a:prstGeom prst="rect">
            <a:avLst/>
          </a:prstGeom>
          <a:noFill/>
        </p:spPr>
        <p:txBody>
          <a:bodyPr wrap="square" rtlCol="0">
            <a:spAutoFit/>
          </a:bodyPr>
          <a:lstStyle/>
          <a:p>
            <a:r>
              <a:rPr lang="zh-CN" altLang="en-US" sz="1200" dirty="0"/>
              <a:t>福建在政策趋严的情况下，已无太多提升公立二三级医院分销率空间；需通过</a:t>
            </a:r>
            <a:r>
              <a:rPr lang="en-GB" altLang="zh-CN" sz="1200" dirty="0"/>
              <a:t>KA</a:t>
            </a:r>
            <a:r>
              <a:rPr lang="zh-CN" altLang="en-US" sz="1200" dirty="0"/>
              <a:t>解限，或院内做好品牌在</a:t>
            </a:r>
            <a:r>
              <a:rPr lang="en-GB" altLang="zh-CN" sz="1200" dirty="0"/>
              <a:t>MNC_OUT</a:t>
            </a:r>
            <a:r>
              <a:rPr lang="zh-CN" altLang="en-US" sz="1200" dirty="0"/>
              <a:t>份额提升以增强零售渠道品牌力引流零售</a:t>
            </a:r>
          </a:p>
        </p:txBody>
      </p:sp>
    </p:spTree>
    <p:extLst>
      <p:ext uri="{BB962C8B-B14F-4D97-AF65-F5344CB8AC3E}">
        <p14:creationId xmlns:p14="http://schemas.microsoft.com/office/powerpoint/2010/main" val="1859329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A01FF-65E5-794C-6C3D-A683FECD9C1F}"/>
              </a:ext>
            </a:extLst>
          </p:cNvPr>
          <p:cNvSpPr>
            <a:spLocks noGrp="1"/>
          </p:cNvSpPr>
          <p:nvPr>
            <p:ph type="title"/>
          </p:nvPr>
        </p:nvSpPr>
        <p:spPr/>
        <p:txBody>
          <a:bodyPr/>
          <a:lstStyle/>
          <a:p>
            <a:r>
              <a:rPr lang="en-GB" altLang="zh-CN" dirty="0"/>
              <a:t>Backup</a:t>
            </a:r>
            <a:endParaRPr lang="zh-CN" altLang="en-US" dirty="0"/>
          </a:p>
        </p:txBody>
      </p:sp>
    </p:spTree>
    <p:extLst>
      <p:ext uri="{BB962C8B-B14F-4D97-AF65-F5344CB8AC3E}">
        <p14:creationId xmlns:p14="http://schemas.microsoft.com/office/powerpoint/2010/main" val="2774165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41" name="Connector: Elbow 340">
            <a:extLst>
              <a:ext uri="{FF2B5EF4-FFF2-40B4-BE49-F238E27FC236}">
                <a16:creationId xmlns:a16="http://schemas.microsoft.com/office/drawing/2014/main" id="{DB9377B1-DDC9-7D19-8D09-FE72C330D143}"/>
              </a:ext>
            </a:extLst>
          </p:cNvPr>
          <p:cNvCxnSpPr>
            <a:cxnSpLocks/>
            <a:stCxn id="294" idx="3"/>
            <a:endCxn id="282" idx="3"/>
          </p:cNvCxnSpPr>
          <p:nvPr/>
        </p:nvCxnSpPr>
        <p:spPr>
          <a:xfrm flipH="1">
            <a:off x="9005799" y="3429000"/>
            <a:ext cx="2702804" cy="2590882"/>
          </a:xfrm>
          <a:prstGeom prst="bentConnector3">
            <a:avLst>
              <a:gd name="adj1" fmla="val -8458"/>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87AEDBB2-B233-37D8-B361-975C3F4FA833}"/>
              </a:ext>
            </a:extLst>
          </p:cNvPr>
          <p:cNvSpPr/>
          <p:nvPr/>
        </p:nvSpPr>
        <p:spPr>
          <a:xfrm>
            <a:off x="28585" y="978932"/>
            <a:ext cx="1943090"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5" name="Rectangle 4">
            <a:extLst>
              <a:ext uri="{FF2B5EF4-FFF2-40B4-BE49-F238E27FC236}">
                <a16:creationId xmlns:a16="http://schemas.microsoft.com/office/drawing/2014/main" id="{D3B3CCB0-B6AA-1C60-2460-623D046A949D}"/>
              </a:ext>
            </a:extLst>
          </p:cNvPr>
          <p:cNvSpPr/>
          <p:nvPr/>
        </p:nvSpPr>
        <p:spPr>
          <a:xfrm>
            <a:off x="2347924" y="978932"/>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TextBox 7">
            <a:extLst>
              <a:ext uri="{FF2B5EF4-FFF2-40B4-BE49-F238E27FC236}">
                <a16:creationId xmlns:a16="http://schemas.microsoft.com/office/drawing/2014/main" id="{7D3403B0-C907-513D-4D26-82145874DBFE}"/>
              </a:ext>
            </a:extLst>
          </p:cNvPr>
          <p:cNvSpPr txBox="1"/>
          <p:nvPr/>
        </p:nvSpPr>
        <p:spPr>
          <a:xfrm>
            <a:off x="285751" y="114300"/>
            <a:ext cx="2351634"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cxnSp>
        <p:nvCxnSpPr>
          <p:cNvPr id="10" name="Straight Arrow Connector 9">
            <a:extLst>
              <a:ext uri="{FF2B5EF4-FFF2-40B4-BE49-F238E27FC236}">
                <a16:creationId xmlns:a16="http://schemas.microsoft.com/office/drawing/2014/main" id="{EFC38800-C409-9D1C-48E7-49B07CFA27A2}"/>
              </a:ext>
            </a:extLst>
          </p:cNvPr>
          <p:cNvCxnSpPr>
            <a:cxnSpLocks/>
            <a:stCxn id="5" idx="1"/>
            <a:endCxn id="4" idx="3"/>
          </p:cNvCxnSpPr>
          <p:nvPr/>
        </p:nvCxnSpPr>
        <p:spPr>
          <a:xfrm flipH="1">
            <a:off x="1971675" y="1340882"/>
            <a:ext cx="37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04772AA-98EF-30D9-B095-87953526A67C}"/>
              </a:ext>
            </a:extLst>
          </p:cNvPr>
          <p:cNvSpPr/>
          <p:nvPr/>
        </p:nvSpPr>
        <p:spPr>
          <a:xfrm>
            <a:off x="4867270" y="967264"/>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cxnSp>
        <p:nvCxnSpPr>
          <p:cNvPr id="15" name="Straight Arrow Connector 14">
            <a:extLst>
              <a:ext uri="{FF2B5EF4-FFF2-40B4-BE49-F238E27FC236}">
                <a16:creationId xmlns:a16="http://schemas.microsoft.com/office/drawing/2014/main" id="{849E9BED-BC4E-E80D-705F-1C7619A698BC}"/>
              </a:ext>
            </a:extLst>
          </p:cNvPr>
          <p:cNvCxnSpPr>
            <a:cxnSpLocks/>
            <a:stCxn id="14" idx="1"/>
            <a:endCxn id="5" idx="3"/>
          </p:cNvCxnSpPr>
          <p:nvPr/>
        </p:nvCxnSpPr>
        <p:spPr>
          <a:xfrm flipH="1">
            <a:off x="4110049" y="1329214"/>
            <a:ext cx="757221" cy="1166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5524D39-CA2B-53C7-DCE9-4B1DEC23A5B2}"/>
              </a:ext>
            </a:extLst>
          </p:cNvPr>
          <p:cNvSpPr/>
          <p:nvPr/>
        </p:nvSpPr>
        <p:spPr>
          <a:xfrm>
            <a:off x="7186609" y="965121"/>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20" name="Straight Arrow Connector 19">
            <a:extLst>
              <a:ext uri="{FF2B5EF4-FFF2-40B4-BE49-F238E27FC236}">
                <a16:creationId xmlns:a16="http://schemas.microsoft.com/office/drawing/2014/main" id="{1C089370-609A-45BE-20B8-2E2DC91592EE}"/>
              </a:ext>
            </a:extLst>
          </p:cNvPr>
          <p:cNvCxnSpPr>
            <a:cxnSpLocks/>
            <a:stCxn id="19" idx="1"/>
            <a:endCxn id="14" idx="3"/>
          </p:cNvCxnSpPr>
          <p:nvPr/>
        </p:nvCxnSpPr>
        <p:spPr>
          <a:xfrm flipH="1">
            <a:off x="6629395" y="1327071"/>
            <a:ext cx="557214" cy="21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B75B843E-52A9-BFD1-5E8D-B28DB6125EBF}"/>
              </a:ext>
            </a:extLst>
          </p:cNvPr>
          <p:cNvSpPr/>
          <p:nvPr/>
        </p:nvSpPr>
        <p:spPr>
          <a:xfrm>
            <a:off x="4820445" y="45293"/>
            <a:ext cx="229552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sp>
        <p:nvSpPr>
          <p:cNvPr id="30" name="Rectangle 29">
            <a:extLst>
              <a:ext uri="{FF2B5EF4-FFF2-40B4-BE49-F238E27FC236}">
                <a16:creationId xmlns:a16="http://schemas.microsoft.com/office/drawing/2014/main" id="{F74DF254-570E-4AD5-FC23-628863F1BD79}"/>
              </a:ext>
            </a:extLst>
          </p:cNvPr>
          <p:cNvSpPr/>
          <p:nvPr/>
        </p:nvSpPr>
        <p:spPr>
          <a:xfrm>
            <a:off x="9601103" y="2474059"/>
            <a:ext cx="2295526"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医院越集中，公立二三级分销率越高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sp>
        <p:nvSpPr>
          <p:cNvPr id="31" name="Rectangle 30">
            <a:extLst>
              <a:ext uri="{FF2B5EF4-FFF2-40B4-BE49-F238E27FC236}">
                <a16:creationId xmlns:a16="http://schemas.microsoft.com/office/drawing/2014/main" id="{8D4F9069-6331-744A-A48E-D7FBD6DEA527}"/>
              </a:ext>
            </a:extLst>
          </p:cNvPr>
          <p:cNvSpPr/>
          <p:nvPr/>
        </p:nvSpPr>
        <p:spPr>
          <a:xfrm>
            <a:off x="6305546" y="2264122"/>
            <a:ext cx="1762125" cy="50613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33" name="Straight Arrow Connector 32">
            <a:extLst>
              <a:ext uri="{FF2B5EF4-FFF2-40B4-BE49-F238E27FC236}">
                <a16:creationId xmlns:a16="http://schemas.microsoft.com/office/drawing/2014/main" id="{0CBD3814-B231-2BDA-0790-2C50EDC0EA1B}"/>
              </a:ext>
            </a:extLst>
          </p:cNvPr>
          <p:cNvCxnSpPr>
            <a:cxnSpLocks/>
            <a:stCxn id="31" idx="0"/>
            <a:endCxn id="5" idx="2"/>
          </p:cNvCxnSpPr>
          <p:nvPr/>
        </p:nvCxnSpPr>
        <p:spPr>
          <a:xfrm flipH="1" flipV="1">
            <a:off x="3228987" y="1702832"/>
            <a:ext cx="3957622" cy="561290"/>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8F4EA45-5659-3A40-26B3-E597A860958E}"/>
              </a:ext>
            </a:extLst>
          </p:cNvPr>
          <p:cNvCxnSpPr>
            <a:cxnSpLocks/>
            <a:stCxn id="31" idx="0"/>
          </p:cNvCxnSpPr>
          <p:nvPr/>
        </p:nvCxnSpPr>
        <p:spPr>
          <a:xfrm flipH="1" flipV="1">
            <a:off x="6942798" y="591314"/>
            <a:ext cx="243811" cy="167280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F3708E2-E403-CEE6-946E-3118C3D4F54E}"/>
              </a:ext>
            </a:extLst>
          </p:cNvPr>
          <p:cNvCxnSpPr>
            <a:cxnSpLocks/>
            <a:endCxn id="19" idx="0"/>
          </p:cNvCxnSpPr>
          <p:nvPr/>
        </p:nvCxnSpPr>
        <p:spPr>
          <a:xfrm>
            <a:off x="7077795" y="424887"/>
            <a:ext cx="989877" cy="5402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228E4192-46EC-FB70-EC01-E2205BA77558}"/>
              </a:ext>
            </a:extLst>
          </p:cNvPr>
          <p:cNvCxnSpPr>
            <a:cxnSpLocks/>
            <a:stCxn id="30" idx="1"/>
          </p:cNvCxnSpPr>
          <p:nvPr/>
        </p:nvCxnSpPr>
        <p:spPr>
          <a:xfrm flipH="1" flipV="1">
            <a:off x="8948734" y="1458005"/>
            <a:ext cx="652369" cy="12515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9" name="Rectangle 168">
            <a:extLst>
              <a:ext uri="{FF2B5EF4-FFF2-40B4-BE49-F238E27FC236}">
                <a16:creationId xmlns:a16="http://schemas.microsoft.com/office/drawing/2014/main" id="{F4C291A7-722C-BFD2-3E52-EC2E31032401}"/>
              </a:ext>
            </a:extLst>
          </p:cNvPr>
          <p:cNvSpPr/>
          <p:nvPr/>
        </p:nvSpPr>
        <p:spPr>
          <a:xfrm>
            <a:off x="28585" y="4922282"/>
            <a:ext cx="1943090" cy="7239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75" name="Rectangle 174">
            <a:extLst>
              <a:ext uri="{FF2B5EF4-FFF2-40B4-BE49-F238E27FC236}">
                <a16:creationId xmlns:a16="http://schemas.microsoft.com/office/drawing/2014/main" id="{13EC450D-3AAF-8A83-8863-89A64F5996C0}"/>
              </a:ext>
            </a:extLst>
          </p:cNvPr>
          <p:cNvSpPr/>
          <p:nvPr/>
        </p:nvSpPr>
        <p:spPr>
          <a:xfrm>
            <a:off x="2914642" y="4756666"/>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sp>
        <p:nvSpPr>
          <p:cNvPr id="176" name="Rectangle 175">
            <a:extLst>
              <a:ext uri="{FF2B5EF4-FFF2-40B4-BE49-F238E27FC236}">
                <a16:creationId xmlns:a16="http://schemas.microsoft.com/office/drawing/2014/main" id="{6204BDBA-AEB6-D76B-FC07-31849C10FFD4}"/>
              </a:ext>
            </a:extLst>
          </p:cNvPr>
          <p:cNvSpPr/>
          <p:nvPr/>
        </p:nvSpPr>
        <p:spPr>
          <a:xfrm>
            <a:off x="2946265" y="5598001"/>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grpSp>
        <p:nvGrpSpPr>
          <p:cNvPr id="189" name="Group 188">
            <a:extLst>
              <a:ext uri="{FF2B5EF4-FFF2-40B4-BE49-F238E27FC236}">
                <a16:creationId xmlns:a16="http://schemas.microsoft.com/office/drawing/2014/main" id="{78DDCFD6-DE7D-770A-0341-CCE2E00324EB}"/>
              </a:ext>
            </a:extLst>
          </p:cNvPr>
          <p:cNvGrpSpPr/>
          <p:nvPr/>
        </p:nvGrpSpPr>
        <p:grpSpPr>
          <a:xfrm>
            <a:off x="4375787" y="1196648"/>
            <a:ext cx="271485" cy="249736"/>
            <a:chOff x="5962646" y="5298994"/>
            <a:chExt cx="323850" cy="304800"/>
          </a:xfrm>
          <a:solidFill>
            <a:srgbClr val="C00000"/>
          </a:solidFill>
        </p:grpSpPr>
        <p:sp>
          <p:nvSpPr>
            <p:cNvPr id="190" name="Oval 189">
              <a:extLst>
                <a:ext uri="{FF2B5EF4-FFF2-40B4-BE49-F238E27FC236}">
                  <a16:creationId xmlns:a16="http://schemas.microsoft.com/office/drawing/2014/main" id="{449A3B57-D744-557A-9A6A-2C961C9FB4A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1" name="Flowchart: Process 190">
              <a:extLst>
                <a:ext uri="{FF2B5EF4-FFF2-40B4-BE49-F238E27FC236}">
                  <a16:creationId xmlns:a16="http://schemas.microsoft.com/office/drawing/2014/main" id="{2C18258C-4F66-67DA-CDD9-D2BD895B9EB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6" name="Group 195">
            <a:extLst>
              <a:ext uri="{FF2B5EF4-FFF2-40B4-BE49-F238E27FC236}">
                <a16:creationId xmlns:a16="http://schemas.microsoft.com/office/drawing/2014/main" id="{199C767F-F08D-AEE0-43D8-E0303D06FD9D}"/>
              </a:ext>
            </a:extLst>
          </p:cNvPr>
          <p:cNvGrpSpPr/>
          <p:nvPr/>
        </p:nvGrpSpPr>
        <p:grpSpPr>
          <a:xfrm>
            <a:off x="7420759" y="563802"/>
            <a:ext cx="271485" cy="249736"/>
            <a:chOff x="5962646" y="5298994"/>
            <a:chExt cx="323850" cy="304800"/>
          </a:xfrm>
          <a:solidFill>
            <a:srgbClr val="C00000"/>
          </a:solidFill>
        </p:grpSpPr>
        <p:sp>
          <p:nvSpPr>
            <p:cNvPr id="197" name="Oval 196">
              <a:extLst>
                <a:ext uri="{FF2B5EF4-FFF2-40B4-BE49-F238E27FC236}">
                  <a16:creationId xmlns:a16="http://schemas.microsoft.com/office/drawing/2014/main" id="{2CC23F5A-D309-591E-BB4B-F51215AF1AA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8" name="Flowchart: Process 197">
              <a:extLst>
                <a:ext uri="{FF2B5EF4-FFF2-40B4-BE49-F238E27FC236}">
                  <a16:creationId xmlns:a16="http://schemas.microsoft.com/office/drawing/2014/main" id="{63DDDD4E-B7CC-3399-2FF3-D4686F5497E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02" name="Group 201">
            <a:extLst>
              <a:ext uri="{FF2B5EF4-FFF2-40B4-BE49-F238E27FC236}">
                <a16:creationId xmlns:a16="http://schemas.microsoft.com/office/drawing/2014/main" id="{736C46F2-33DD-37D3-22CB-34A70C8292CF}"/>
              </a:ext>
            </a:extLst>
          </p:cNvPr>
          <p:cNvGrpSpPr/>
          <p:nvPr/>
        </p:nvGrpSpPr>
        <p:grpSpPr>
          <a:xfrm>
            <a:off x="9271144" y="2207422"/>
            <a:ext cx="271485" cy="249736"/>
            <a:chOff x="5962646" y="5298994"/>
            <a:chExt cx="323850" cy="304800"/>
          </a:xfrm>
          <a:solidFill>
            <a:srgbClr val="C00000"/>
          </a:solidFill>
        </p:grpSpPr>
        <p:sp>
          <p:nvSpPr>
            <p:cNvPr id="203" name="Oval 202">
              <a:extLst>
                <a:ext uri="{FF2B5EF4-FFF2-40B4-BE49-F238E27FC236}">
                  <a16:creationId xmlns:a16="http://schemas.microsoft.com/office/drawing/2014/main" id="{5CB55B92-7942-5DD7-F199-C6027DED917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4" name="Flowchart: Process 203">
              <a:extLst>
                <a:ext uri="{FF2B5EF4-FFF2-40B4-BE49-F238E27FC236}">
                  <a16:creationId xmlns:a16="http://schemas.microsoft.com/office/drawing/2014/main" id="{4AF296F5-F7E9-3F25-12F6-91F23778F8B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0" name="Group 219">
            <a:extLst>
              <a:ext uri="{FF2B5EF4-FFF2-40B4-BE49-F238E27FC236}">
                <a16:creationId xmlns:a16="http://schemas.microsoft.com/office/drawing/2014/main" id="{30FDFFF9-4953-BA68-30BA-B9776718AC97}"/>
              </a:ext>
            </a:extLst>
          </p:cNvPr>
          <p:cNvGrpSpPr/>
          <p:nvPr/>
        </p:nvGrpSpPr>
        <p:grpSpPr>
          <a:xfrm>
            <a:off x="9955524" y="1171684"/>
            <a:ext cx="271485" cy="249736"/>
            <a:chOff x="5962646" y="5298994"/>
            <a:chExt cx="323850" cy="304800"/>
          </a:xfrm>
          <a:solidFill>
            <a:srgbClr val="C00000"/>
          </a:solidFill>
        </p:grpSpPr>
        <p:sp>
          <p:nvSpPr>
            <p:cNvPr id="221" name="Oval 220">
              <a:extLst>
                <a:ext uri="{FF2B5EF4-FFF2-40B4-BE49-F238E27FC236}">
                  <a16:creationId xmlns:a16="http://schemas.microsoft.com/office/drawing/2014/main" id="{4A868858-DEB4-9727-42EC-A90ABDB6871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2" name="Flowchart: Process 221">
              <a:extLst>
                <a:ext uri="{FF2B5EF4-FFF2-40B4-BE49-F238E27FC236}">
                  <a16:creationId xmlns:a16="http://schemas.microsoft.com/office/drawing/2014/main" id="{475B7CB2-F9F0-DFB7-EF13-3397DA64182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242" name="Straight Arrow Connector 241">
            <a:extLst>
              <a:ext uri="{FF2B5EF4-FFF2-40B4-BE49-F238E27FC236}">
                <a16:creationId xmlns:a16="http://schemas.microsoft.com/office/drawing/2014/main" id="{B93ACBF9-8ACB-12A4-03F6-32AFACC16815}"/>
              </a:ext>
            </a:extLst>
          </p:cNvPr>
          <p:cNvCxnSpPr>
            <a:cxnSpLocks/>
            <a:stCxn id="175" idx="1"/>
            <a:endCxn id="169" idx="3"/>
          </p:cNvCxnSpPr>
          <p:nvPr/>
        </p:nvCxnSpPr>
        <p:spPr>
          <a:xfrm flipH="1">
            <a:off x="1971675" y="5020449"/>
            <a:ext cx="942967" cy="263783"/>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245" name="Straight Arrow Connector 244">
            <a:extLst>
              <a:ext uri="{FF2B5EF4-FFF2-40B4-BE49-F238E27FC236}">
                <a16:creationId xmlns:a16="http://schemas.microsoft.com/office/drawing/2014/main" id="{2BC5AF0F-E82D-7764-83DE-2D87EB3B3B1A}"/>
              </a:ext>
            </a:extLst>
          </p:cNvPr>
          <p:cNvCxnSpPr>
            <a:cxnSpLocks/>
            <a:stCxn id="176" idx="1"/>
            <a:endCxn id="169" idx="3"/>
          </p:cNvCxnSpPr>
          <p:nvPr/>
        </p:nvCxnSpPr>
        <p:spPr>
          <a:xfrm flipH="1" flipV="1">
            <a:off x="1971675" y="5284232"/>
            <a:ext cx="974590" cy="55237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252" name="Group 251">
            <a:extLst>
              <a:ext uri="{FF2B5EF4-FFF2-40B4-BE49-F238E27FC236}">
                <a16:creationId xmlns:a16="http://schemas.microsoft.com/office/drawing/2014/main" id="{6A9E4F6C-FB46-BBD2-6C20-10D661273E04}"/>
              </a:ext>
            </a:extLst>
          </p:cNvPr>
          <p:cNvGrpSpPr/>
          <p:nvPr/>
        </p:nvGrpSpPr>
        <p:grpSpPr>
          <a:xfrm>
            <a:off x="2409813" y="5473133"/>
            <a:ext cx="271485" cy="249736"/>
            <a:chOff x="5962646" y="5298994"/>
            <a:chExt cx="323850" cy="304800"/>
          </a:xfrm>
          <a:solidFill>
            <a:srgbClr val="C00000"/>
          </a:solidFill>
        </p:grpSpPr>
        <p:sp>
          <p:nvSpPr>
            <p:cNvPr id="253" name="Oval 252">
              <a:extLst>
                <a:ext uri="{FF2B5EF4-FFF2-40B4-BE49-F238E27FC236}">
                  <a16:creationId xmlns:a16="http://schemas.microsoft.com/office/drawing/2014/main" id="{58E61786-1874-939D-AC6B-0990AFF6F06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54" name="Flowchart: Process 253">
              <a:extLst>
                <a:ext uri="{FF2B5EF4-FFF2-40B4-BE49-F238E27FC236}">
                  <a16:creationId xmlns:a16="http://schemas.microsoft.com/office/drawing/2014/main" id="{EDCF2E06-AD66-F940-DFA2-4C8F62FE75C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55" name="Rectangle 254">
            <a:extLst>
              <a:ext uri="{FF2B5EF4-FFF2-40B4-BE49-F238E27FC236}">
                <a16:creationId xmlns:a16="http://schemas.microsoft.com/office/drawing/2014/main" id="{E78DCF4C-6025-6A3E-D720-72371CAE9D41}"/>
              </a:ext>
            </a:extLst>
          </p:cNvPr>
          <p:cNvSpPr/>
          <p:nvPr/>
        </p:nvSpPr>
        <p:spPr>
          <a:xfrm>
            <a:off x="9667779" y="425337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sp>
        <p:nvSpPr>
          <p:cNvPr id="259" name="Rectangle 258">
            <a:extLst>
              <a:ext uri="{FF2B5EF4-FFF2-40B4-BE49-F238E27FC236}">
                <a16:creationId xmlns:a16="http://schemas.microsoft.com/office/drawing/2014/main" id="{12837087-1CA1-1E0B-04D7-E2C305122C57}"/>
              </a:ext>
            </a:extLst>
          </p:cNvPr>
          <p:cNvSpPr/>
          <p:nvPr/>
        </p:nvSpPr>
        <p:spPr>
          <a:xfrm>
            <a:off x="7057950" y="4253104"/>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271" name="Connector: Elbow 270">
            <a:extLst>
              <a:ext uri="{FF2B5EF4-FFF2-40B4-BE49-F238E27FC236}">
                <a16:creationId xmlns:a16="http://schemas.microsoft.com/office/drawing/2014/main" id="{0C15B9CC-0539-E89A-D881-860DD6CEC22B}"/>
              </a:ext>
            </a:extLst>
          </p:cNvPr>
          <p:cNvCxnSpPr>
            <a:cxnSpLocks/>
            <a:stCxn id="25" idx="3"/>
            <a:endCxn id="259" idx="0"/>
          </p:cNvCxnSpPr>
          <p:nvPr/>
        </p:nvCxnSpPr>
        <p:spPr>
          <a:xfrm>
            <a:off x="7115971" y="318304"/>
            <a:ext cx="913524" cy="3934800"/>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76" name="Connector: Elbow 275">
            <a:extLst>
              <a:ext uri="{FF2B5EF4-FFF2-40B4-BE49-F238E27FC236}">
                <a16:creationId xmlns:a16="http://schemas.microsoft.com/office/drawing/2014/main" id="{77CB91CB-0FF4-3C8B-774C-CDF567F719C3}"/>
              </a:ext>
            </a:extLst>
          </p:cNvPr>
          <p:cNvCxnSpPr>
            <a:cxnSpLocks/>
            <a:stCxn id="14" idx="2"/>
            <a:endCxn id="259" idx="2"/>
          </p:cNvCxnSpPr>
          <p:nvPr/>
        </p:nvCxnSpPr>
        <p:spPr>
          <a:xfrm rot="16200000" flipH="1">
            <a:off x="5344161" y="2095336"/>
            <a:ext cx="3089506" cy="2281162"/>
          </a:xfrm>
          <a:prstGeom prst="bentConnector3">
            <a:avLst>
              <a:gd name="adj1" fmla="val 109249"/>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279" name="Group 278">
            <a:extLst>
              <a:ext uri="{FF2B5EF4-FFF2-40B4-BE49-F238E27FC236}">
                <a16:creationId xmlns:a16="http://schemas.microsoft.com/office/drawing/2014/main" id="{26E99478-6F93-316D-A862-B98AB7FA72DA}"/>
              </a:ext>
            </a:extLst>
          </p:cNvPr>
          <p:cNvGrpSpPr/>
          <p:nvPr/>
        </p:nvGrpSpPr>
        <p:grpSpPr>
          <a:xfrm>
            <a:off x="6424876" y="4964350"/>
            <a:ext cx="271485" cy="249736"/>
            <a:chOff x="5962646" y="5298994"/>
            <a:chExt cx="323850" cy="304800"/>
          </a:xfrm>
          <a:solidFill>
            <a:srgbClr val="C00000"/>
          </a:solidFill>
        </p:grpSpPr>
        <p:sp>
          <p:nvSpPr>
            <p:cNvPr id="280" name="Oval 279">
              <a:extLst>
                <a:ext uri="{FF2B5EF4-FFF2-40B4-BE49-F238E27FC236}">
                  <a16:creationId xmlns:a16="http://schemas.microsoft.com/office/drawing/2014/main" id="{995F2522-7F85-CD88-3ED2-9799A0E8300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81" name="Flowchart: Process 280">
              <a:extLst>
                <a:ext uri="{FF2B5EF4-FFF2-40B4-BE49-F238E27FC236}">
                  <a16:creationId xmlns:a16="http://schemas.microsoft.com/office/drawing/2014/main" id="{B47AFA43-FD70-03FA-A420-BAB1CE33C88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82" name="Rectangle 281">
            <a:extLst>
              <a:ext uri="{FF2B5EF4-FFF2-40B4-BE49-F238E27FC236}">
                <a16:creationId xmlns:a16="http://schemas.microsoft.com/office/drawing/2014/main" id="{C1208F06-4A34-48C8-207F-0FE45E734FEC}"/>
              </a:ext>
            </a:extLst>
          </p:cNvPr>
          <p:cNvSpPr/>
          <p:nvPr/>
        </p:nvSpPr>
        <p:spPr>
          <a:xfrm>
            <a:off x="7062709" y="575609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sp>
        <p:nvSpPr>
          <p:cNvPr id="294" name="Rectangle 293">
            <a:extLst>
              <a:ext uri="{FF2B5EF4-FFF2-40B4-BE49-F238E27FC236}">
                <a16:creationId xmlns:a16="http://schemas.microsoft.com/office/drawing/2014/main" id="{8C58F0F3-FBA3-D1B1-21E0-16FB61601DD4}"/>
              </a:ext>
            </a:extLst>
          </p:cNvPr>
          <p:cNvSpPr/>
          <p:nvPr/>
        </p:nvSpPr>
        <p:spPr>
          <a:xfrm>
            <a:off x="9413078" y="3193821"/>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sp>
        <p:nvSpPr>
          <p:cNvPr id="298" name="Rectangle 297">
            <a:extLst>
              <a:ext uri="{FF2B5EF4-FFF2-40B4-BE49-F238E27FC236}">
                <a16:creationId xmlns:a16="http://schemas.microsoft.com/office/drawing/2014/main" id="{BE64B7BC-C23A-C0FB-5951-41A0DB8CD547}"/>
              </a:ext>
            </a:extLst>
          </p:cNvPr>
          <p:cNvSpPr/>
          <p:nvPr/>
        </p:nvSpPr>
        <p:spPr>
          <a:xfrm>
            <a:off x="2728029" y="3347984"/>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cxnSp>
        <p:nvCxnSpPr>
          <p:cNvPr id="303" name="Straight Arrow Connector 302">
            <a:extLst>
              <a:ext uri="{FF2B5EF4-FFF2-40B4-BE49-F238E27FC236}">
                <a16:creationId xmlns:a16="http://schemas.microsoft.com/office/drawing/2014/main" id="{C8EE5E6C-7DE4-7138-DD3B-ACCDA44B13FD}"/>
              </a:ext>
            </a:extLst>
          </p:cNvPr>
          <p:cNvCxnSpPr>
            <a:cxnSpLocks/>
            <a:stCxn id="298" idx="2"/>
            <a:endCxn id="175" idx="0"/>
          </p:cNvCxnSpPr>
          <p:nvPr/>
        </p:nvCxnSpPr>
        <p:spPr>
          <a:xfrm>
            <a:off x="3875792" y="3818341"/>
            <a:ext cx="10395" cy="938325"/>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330" name="Straight Arrow Connector 329">
            <a:extLst>
              <a:ext uri="{FF2B5EF4-FFF2-40B4-BE49-F238E27FC236}">
                <a16:creationId xmlns:a16="http://schemas.microsoft.com/office/drawing/2014/main" id="{120C9931-36BF-3464-D34A-CC0C5D0E5FC3}"/>
              </a:ext>
            </a:extLst>
          </p:cNvPr>
          <p:cNvCxnSpPr>
            <a:cxnSpLocks/>
          </p:cNvCxnSpPr>
          <p:nvPr/>
        </p:nvCxnSpPr>
        <p:spPr>
          <a:xfrm>
            <a:off x="8114597" y="4780670"/>
            <a:ext cx="4759" cy="975429"/>
          </a:xfrm>
          <a:prstGeom prst="straightConnector1">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334" name="Straight Arrow Connector 333">
            <a:extLst>
              <a:ext uri="{FF2B5EF4-FFF2-40B4-BE49-F238E27FC236}">
                <a16:creationId xmlns:a16="http://schemas.microsoft.com/office/drawing/2014/main" id="{E54F582D-330A-A542-4628-8FAEFEC8EFB6}"/>
              </a:ext>
            </a:extLst>
          </p:cNvPr>
          <p:cNvCxnSpPr>
            <a:cxnSpLocks/>
            <a:stCxn id="259" idx="3"/>
            <a:endCxn id="255" idx="1"/>
          </p:cNvCxnSpPr>
          <p:nvPr/>
        </p:nvCxnSpPr>
        <p:spPr>
          <a:xfrm>
            <a:off x="9001040" y="4516887"/>
            <a:ext cx="666739" cy="269"/>
          </a:xfrm>
          <a:prstGeom prst="straightConnector1">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348" name="Connector: Elbow 347">
            <a:extLst>
              <a:ext uri="{FF2B5EF4-FFF2-40B4-BE49-F238E27FC236}">
                <a16:creationId xmlns:a16="http://schemas.microsoft.com/office/drawing/2014/main" id="{6BE2C15A-C6A7-7CB5-E7B1-E836910B0661}"/>
              </a:ext>
            </a:extLst>
          </p:cNvPr>
          <p:cNvCxnSpPr>
            <a:cxnSpLocks/>
            <a:stCxn id="298" idx="3"/>
            <a:endCxn id="282" idx="1"/>
          </p:cNvCxnSpPr>
          <p:nvPr/>
        </p:nvCxnSpPr>
        <p:spPr>
          <a:xfrm>
            <a:off x="5023554" y="3583163"/>
            <a:ext cx="2039155" cy="2436719"/>
          </a:xfrm>
          <a:prstGeom prst="bentConnector3">
            <a:avLst>
              <a:gd name="adj1" fmla="val 14967"/>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69" name="Connector: Elbow 368">
            <a:extLst>
              <a:ext uri="{FF2B5EF4-FFF2-40B4-BE49-F238E27FC236}">
                <a16:creationId xmlns:a16="http://schemas.microsoft.com/office/drawing/2014/main" id="{8CDC69C5-8274-03D9-5AF7-D78BD4672A71}"/>
              </a:ext>
            </a:extLst>
          </p:cNvPr>
          <p:cNvCxnSpPr>
            <a:stCxn id="5" idx="0"/>
            <a:endCxn id="25" idx="1"/>
          </p:cNvCxnSpPr>
          <p:nvPr/>
        </p:nvCxnSpPr>
        <p:spPr>
          <a:xfrm rot="5400000" flipH="1" flipV="1">
            <a:off x="3694402" y="-147111"/>
            <a:ext cx="660628" cy="1591458"/>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1" name="Connector: Elbow 370">
            <a:extLst>
              <a:ext uri="{FF2B5EF4-FFF2-40B4-BE49-F238E27FC236}">
                <a16:creationId xmlns:a16="http://schemas.microsoft.com/office/drawing/2014/main" id="{E44B898B-ABD0-96AC-10E6-18A8EE8EC5EA}"/>
              </a:ext>
            </a:extLst>
          </p:cNvPr>
          <p:cNvCxnSpPr>
            <a:cxnSpLocks/>
            <a:stCxn id="14" idx="0"/>
            <a:endCxn id="25" idx="2"/>
          </p:cNvCxnSpPr>
          <p:nvPr/>
        </p:nvCxnSpPr>
        <p:spPr>
          <a:xfrm rot="5400000" flipH="1" flipV="1">
            <a:off x="5670295" y="669352"/>
            <a:ext cx="375950" cy="21987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88" name="Rectangle 387">
            <a:extLst>
              <a:ext uri="{FF2B5EF4-FFF2-40B4-BE49-F238E27FC236}">
                <a16:creationId xmlns:a16="http://schemas.microsoft.com/office/drawing/2014/main" id="{3FE65366-ED84-91E9-008F-D5AE9C9325EA}"/>
              </a:ext>
            </a:extLst>
          </p:cNvPr>
          <p:cNvSpPr/>
          <p:nvPr/>
        </p:nvSpPr>
        <p:spPr>
          <a:xfrm>
            <a:off x="9615467" y="1712839"/>
            <a:ext cx="2286037"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392" name="Straight Arrow Connector 391">
            <a:extLst>
              <a:ext uri="{FF2B5EF4-FFF2-40B4-BE49-F238E27FC236}">
                <a16:creationId xmlns:a16="http://schemas.microsoft.com/office/drawing/2014/main" id="{CE05136F-CA10-7878-4407-7B43E9536256}"/>
              </a:ext>
            </a:extLst>
          </p:cNvPr>
          <p:cNvCxnSpPr>
            <a:cxnSpLocks/>
            <a:stCxn id="388" idx="0"/>
            <a:endCxn id="19" idx="3"/>
          </p:cNvCxnSpPr>
          <p:nvPr/>
        </p:nvCxnSpPr>
        <p:spPr>
          <a:xfrm flipH="1" flipV="1">
            <a:off x="8948734" y="1327071"/>
            <a:ext cx="1809752" cy="385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8" name="Straight Arrow Connector 397">
            <a:extLst>
              <a:ext uri="{FF2B5EF4-FFF2-40B4-BE49-F238E27FC236}">
                <a16:creationId xmlns:a16="http://schemas.microsoft.com/office/drawing/2014/main" id="{9BA4C92B-6E4B-BA5A-0EA3-B1D1147645D3}"/>
              </a:ext>
            </a:extLst>
          </p:cNvPr>
          <p:cNvCxnSpPr>
            <a:cxnSpLocks/>
            <a:stCxn id="388" idx="0"/>
            <a:endCxn id="25" idx="2"/>
          </p:cNvCxnSpPr>
          <p:nvPr/>
        </p:nvCxnSpPr>
        <p:spPr>
          <a:xfrm flipH="1" flipV="1">
            <a:off x="5968208" y="591314"/>
            <a:ext cx="4790278" cy="112152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10" name="Straight Arrow Connector 409">
            <a:extLst>
              <a:ext uri="{FF2B5EF4-FFF2-40B4-BE49-F238E27FC236}">
                <a16:creationId xmlns:a16="http://schemas.microsoft.com/office/drawing/2014/main" id="{D21833C7-1E44-12AE-EDE6-3990C71BBC35}"/>
              </a:ext>
            </a:extLst>
          </p:cNvPr>
          <p:cNvCxnSpPr>
            <a:cxnSpLocks/>
            <a:endCxn id="31" idx="3"/>
          </p:cNvCxnSpPr>
          <p:nvPr/>
        </p:nvCxnSpPr>
        <p:spPr>
          <a:xfrm flipH="1">
            <a:off x="8067671" y="2026899"/>
            <a:ext cx="1585972" cy="4902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44" name="Straight Arrow Connector 443">
            <a:extLst>
              <a:ext uri="{FF2B5EF4-FFF2-40B4-BE49-F238E27FC236}">
                <a16:creationId xmlns:a16="http://schemas.microsoft.com/office/drawing/2014/main" id="{40A97009-225E-B4A7-68FA-0C01CE2DB720}"/>
              </a:ext>
            </a:extLst>
          </p:cNvPr>
          <p:cNvCxnSpPr>
            <a:cxnSpLocks/>
            <a:stCxn id="388" idx="1"/>
          </p:cNvCxnSpPr>
          <p:nvPr/>
        </p:nvCxnSpPr>
        <p:spPr>
          <a:xfrm flipH="1" flipV="1">
            <a:off x="4083609" y="1664099"/>
            <a:ext cx="5531858" cy="284216"/>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49" name="Straight Arrow Connector 448">
            <a:extLst>
              <a:ext uri="{FF2B5EF4-FFF2-40B4-BE49-F238E27FC236}">
                <a16:creationId xmlns:a16="http://schemas.microsoft.com/office/drawing/2014/main" id="{C7C04407-1AEC-F22E-CF83-3A5E27DDBE8E}"/>
              </a:ext>
            </a:extLst>
          </p:cNvPr>
          <p:cNvCxnSpPr>
            <a:cxnSpLocks/>
            <a:stCxn id="388" idx="1"/>
          </p:cNvCxnSpPr>
          <p:nvPr/>
        </p:nvCxnSpPr>
        <p:spPr>
          <a:xfrm flipH="1" flipV="1">
            <a:off x="6613728" y="1664368"/>
            <a:ext cx="3001739" cy="283947"/>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grpSp>
        <p:nvGrpSpPr>
          <p:cNvPr id="470" name="Group 469">
            <a:extLst>
              <a:ext uri="{FF2B5EF4-FFF2-40B4-BE49-F238E27FC236}">
                <a16:creationId xmlns:a16="http://schemas.microsoft.com/office/drawing/2014/main" id="{02F677DD-A7E5-D641-580E-B6DBE3440B07}"/>
              </a:ext>
            </a:extLst>
          </p:cNvPr>
          <p:cNvGrpSpPr/>
          <p:nvPr/>
        </p:nvGrpSpPr>
        <p:grpSpPr>
          <a:xfrm>
            <a:off x="6980228" y="1856348"/>
            <a:ext cx="271485" cy="249736"/>
            <a:chOff x="5962646" y="5298994"/>
            <a:chExt cx="323850" cy="304800"/>
          </a:xfrm>
          <a:solidFill>
            <a:srgbClr val="C00000"/>
          </a:solidFill>
        </p:grpSpPr>
        <p:sp>
          <p:nvSpPr>
            <p:cNvPr id="471" name="Oval 470">
              <a:extLst>
                <a:ext uri="{FF2B5EF4-FFF2-40B4-BE49-F238E27FC236}">
                  <a16:creationId xmlns:a16="http://schemas.microsoft.com/office/drawing/2014/main" id="{5C812A8F-BD58-808C-ECF6-8B46B60A1E6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72" name="Flowchart: Process 471">
              <a:extLst>
                <a:ext uri="{FF2B5EF4-FFF2-40B4-BE49-F238E27FC236}">
                  <a16:creationId xmlns:a16="http://schemas.microsoft.com/office/drawing/2014/main" id="{E0CEBD1B-674A-A404-4422-E1D91CB8E1B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1689693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EB6149-5B8F-9430-C1B6-5CF3529ED30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9F4179C-A938-9FDE-757C-F0465207E208}"/>
              </a:ext>
            </a:extLst>
          </p:cNvPr>
          <p:cNvSpPr txBox="1"/>
          <p:nvPr/>
        </p:nvSpPr>
        <p:spPr>
          <a:xfrm>
            <a:off x="257175" y="71071"/>
            <a:ext cx="2386561"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sp>
        <p:nvSpPr>
          <p:cNvPr id="2" name="Rectangle 1">
            <a:extLst>
              <a:ext uri="{FF2B5EF4-FFF2-40B4-BE49-F238E27FC236}">
                <a16:creationId xmlns:a16="http://schemas.microsoft.com/office/drawing/2014/main" id="{E33897CC-D9C5-77CC-1980-F886DC1F77AB}"/>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3" name="Rectangle 2">
            <a:extLst>
              <a:ext uri="{FF2B5EF4-FFF2-40B4-BE49-F238E27FC236}">
                <a16:creationId xmlns:a16="http://schemas.microsoft.com/office/drawing/2014/main" id="{32FB149C-0E11-C783-03AE-AB76D48017D1}"/>
              </a:ext>
            </a:extLst>
          </p:cNvPr>
          <p:cNvSpPr/>
          <p:nvPr/>
        </p:nvSpPr>
        <p:spPr>
          <a:xfrm>
            <a:off x="3050378" y="1170648"/>
            <a:ext cx="2085977"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sp>
        <p:nvSpPr>
          <p:cNvPr id="6" name="Rectangle 5">
            <a:extLst>
              <a:ext uri="{FF2B5EF4-FFF2-40B4-BE49-F238E27FC236}">
                <a16:creationId xmlns:a16="http://schemas.microsoft.com/office/drawing/2014/main" id="{1DCBC52E-1764-72C2-F167-BF6C87A00070}"/>
              </a:ext>
            </a:extLst>
          </p:cNvPr>
          <p:cNvSpPr/>
          <p:nvPr/>
        </p:nvSpPr>
        <p:spPr>
          <a:xfrm>
            <a:off x="3101092" y="2177078"/>
            <a:ext cx="1932389" cy="50613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7" name="Straight Arrow Connector 6">
            <a:extLst>
              <a:ext uri="{FF2B5EF4-FFF2-40B4-BE49-F238E27FC236}">
                <a16:creationId xmlns:a16="http://schemas.microsoft.com/office/drawing/2014/main" id="{D659E3B0-6DB1-82CA-1EE3-ECDF251A654B}"/>
              </a:ext>
            </a:extLst>
          </p:cNvPr>
          <p:cNvCxnSpPr>
            <a:cxnSpLocks/>
            <a:stCxn id="3" idx="1"/>
            <a:endCxn id="2" idx="3"/>
          </p:cNvCxnSpPr>
          <p:nvPr/>
        </p:nvCxnSpPr>
        <p:spPr>
          <a:xfrm flipH="1" flipV="1">
            <a:off x="1943091" y="1117573"/>
            <a:ext cx="1107287" cy="326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A7AD490-442A-90C9-D3AD-51752A65FAE6}"/>
              </a:ext>
            </a:extLst>
          </p:cNvPr>
          <p:cNvCxnSpPr>
            <a:cxnSpLocks/>
            <a:stCxn id="6" idx="1"/>
            <a:endCxn id="2" idx="3"/>
          </p:cNvCxnSpPr>
          <p:nvPr/>
        </p:nvCxnSpPr>
        <p:spPr>
          <a:xfrm flipH="1" flipV="1">
            <a:off x="1943091" y="1117573"/>
            <a:ext cx="1158001" cy="1312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BFF858B-57DC-CB5F-89C5-B38EE515FE60}"/>
              </a:ext>
            </a:extLst>
          </p:cNvPr>
          <p:cNvCxnSpPr>
            <a:cxnSpLocks/>
            <a:stCxn id="6" idx="0"/>
            <a:endCxn id="3" idx="2"/>
          </p:cNvCxnSpPr>
          <p:nvPr/>
        </p:nvCxnSpPr>
        <p:spPr>
          <a:xfrm flipV="1">
            <a:off x="4067287" y="1716669"/>
            <a:ext cx="26080" cy="46040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70F540FD-2499-8010-8420-71E6E06A397C}"/>
              </a:ext>
            </a:extLst>
          </p:cNvPr>
          <p:cNvSpPr/>
          <p:nvPr/>
        </p:nvSpPr>
        <p:spPr>
          <a:xfrm>
            <a:off x="5871436" y="1181830"/>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grpSp>
        <p:nvGrpSpPr>
          <p:cNvPr id="47" name="Group 46">
            <a:extLst>
              <a:ext uri="{FF2B5EF4-FFF2-40B4-BE49-F238E27FC236}">
                <a16:creationId xmlns:a16="http://schemas.microsoft.com/office/drawing/2014/main" id="{28833636-D417-D889-0BE8-D01B8F9287F6}"/>
              </a:ext>
            </a:extLst>
          </p:cNvPr>
          <p:cNvGrpSpPr/>
          <p:nvPr/>
        </p:nvGrpSpPr>
        <p:grpSpPr>
          <a:xfrm>
            <a:off x="3751942" y="1858539"/>
            <a:ext cx="271485" cy="249736"/>
            <a:chOff x="5962646" y="5298994"/>
            <a:chExt cx="323850" cy="304800"/>
          </a:xfrm>
          <a:solidFill>
            <a:srgbClr val="C00000"/>
          </a:solidFill>
        </p:grpSpPr>
        <p:sp>
          <p:nvSpPr>
            <p:cNvPr id="48" name="Oval 47">
              <a:extLst>
                <a:ext uri="{FF2B5EF4-FFF2-40B4-BE49-F238E27FC236}">
                  <a16:creationId xmlns:a16="http://schemas.microsoft.com/office/drawing/2014/main" id="{28189BB3-6434-C0C8-B58C-DF240881884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9" name="Flowchart: Process 48">
              <a:extLst>
                <a:ext uri="{FF2B5EF4-FFF2-40B4-BE49-F238E27FC236}">
                  <a16:creationId xmlns:a16="http://schemas.microsoft.com/office/drawing/2014/main" id="{72C179C8-C2F7-CC3A-03DF-5EECFAE910E9}"/>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50" name="Straight Arrow Connector 49">
            <a:extLst>
              <a:ext uri="{FF2B5EF4-FFF2-40B4-BE49-F238E27FC236}">
                <a16:creationId xmlns:a16="http://schemas.microsoft.com/office/drawing/2014/main" id="{1C19BB24-6E67-2492-A5E2-CED1240855B2}"/>
              </a:ext>
            </a:extLst>
          </p:cNvPr>
          <p:cNvCxnSpPr>
            <a:cxnSpLocks/>
            <a:stCxn id="46" idx="1"/>
            <a:endCxn id="3" idx="3"/>
          </p:cNvCxnSpPr>
          <p:nvPr/>
        </p:nvCxnSpPr>
        <p:spPr>
          <a:xfrm flipH="1" flipV="1">
            <a:off x="5136355" y="1443659"/>
            <a:ext cx="735081" cy="1118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B312B1C5-191A-627B-4A0C-CCF0C1D946D6}"/>
              </a:ext>
            </a:extLst>
          </p:cNvPr>
          <p:cNvSpPr/>
          <p:nvPr/>
        </p:nvSpPr>
        <p:spPr>
          <a:xfrm>
            <a:off x="5854117" y="2085567"/>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63" name="Straight Arrow Connector 62">
            <a:extLst>
              <a:ext uri="{FF2B5EF4-FFF2-40B4-BE49-F238E27FC236}">
                <a16:creationId xmlns:a16="http://schemas.microsoft.com/office/drawing/2014/main" id="{9CB217BA-DE27-9F63-746B-6D7DE5E0CB58}"/>
              </a:ext>
            </a:extLst>
          </p:cNvPr>
          <p:cNvCxnSpPr>
            <a:cxnSpLocks/>
            <a:stCxn id="46" idx="2"/>
            <a:endCxn id="6" idx="0"/>
          </p:cNvCxnSpPr>
          <p:nvPr/>
        </p:nvCxnSpPr>
        <p:spPr>
          <a:xfrm flipH="1">
            <a:off x="4067287" y="1727851"/>
            <a:ext cx="2799499" cy="44922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2E17361-DE2A-6F2B-5BA9-64C98DFB87FC}"/>
              </a:ext>
            </a:extLst>
          </p:cNvPr>
          <p:cNvCxnSpPr>
            <a:cxnSpLocks/>
            <a:stCxn id="61" idx="1"/>
          </p:cNvCxnSpPr>
          <p:nvPr/>
        </p:nvCxnSpPr>
        <p:spPr>
          <a:xfrm flipH="1" flipV="1">
            <a:off x="5039844" y="2323022"/>
            <a:ext cx="814273" cy="3555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5" name="Rectangle 94">
            <a:extLst>
              <a:ext uri="{FF2B5EF4-FFF2-40B4-BE49-F238E27FC236}">
                <a16:creationId xmlns:a16="http://schemas.microsoft.com/office/drawing/2014/main" id="{2B966724-81F4-9BEB-03D2-29292EAD4DE7}"/>
              </a:ext>
            </a:extLst>
          </p:cNvPr>
          <p:cNvSpPr/>
          <p:nvPr/>
        </p:nvSpPr>
        <p:spPr>
          <a:xfrm>
            <a:off x="8653875" y="1562254"/>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115" name="Rectangle 114">
            <a:extLst>
              <a:ext uri="{FF2B5EF4-FFF2-40B4-BE49-F238E27FC236}">
                <a16:creationId xmlns:a16="http://schemas.microsoft.com/office/drawing/2014/main" id="{1D2B67E8-61BF-2B2B-EF23-042EBB8DBE8C}"/>
              </a:ext>
            </a:extLst>
          </p:cNvPr>
          <p:cNvSpPr/>
          <p:nvPr/>
        </p:nvSpPr>
        <p:spPr>
          <a:xfrm>
            <a:off x="28585" y="499243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16" name="Rectangle 115">
            <a:extLst>
              <a:ext uri="{FF2B5EF4-FFF2-40B4-BE49-F238E27FC236}">
                <a16:creationId xmlns:a16="http://schemas.microsoft.com/office/drawing/2014/main" id="{0C30C5E1-1D20-4845-3435-B3BD11CD9CD3}"/>
              </a:ext>
            </a:extLst>
          </p:cNvPr>
          <p:cNvSpPr/>
          <p:nvPr/>
        </p:nvSpPr>
        <p:spPr>
          <a:xfrm>
            <a:off x="2778909" y="499243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120" name="Straight Arrow Connector 119">
            <a:extLst>
              <a:ext uri="{FF2B5EF4-FFF2-40B4-BE49-F238E27FC236}">
                <a16:creationId xmlns:a16="http://schemas.microsoft.com/office/drawing/2014/main" id="{503BE080-BB85-0A27-ECD8-6EC9D54E1DA3}"/>
              </a:ext>
            </a:extLst>
          </p:cNvPr>
          <p:cNvCxnSpPr>
            <a:cxnSpLocks/>
            <a:stCxn id="116" idx="1"/>
            <a:endCxn id="115" idx="3"/>
          </p:cNvCxnSpPr>
          <p:nvPr/>
        </p:nvCxnSpPr>
        <p:spPr>
          <a:xfrm flipH="1">
            <a:off x="1971675" y="5256216"/>
            <a:ext cx="807234"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28" name="Rectangle 127">
            <a:extLst>
              <a:ext uri="{FF2B5EF4-FFF2-40B4-BE49-F238E27FC236}">
                <a16:creationId xmlns:a16="http://schemas.microsoft.com/office/drawing/2014/main" id="{E65B290D-82F8-6C4D-8E9F-D5A867D8739B}"/>
              </a:ext>
            </a:extLst>
          </p:cNvPr>
          <p:cNvSpPr/>
          <p:nvPr/>
        </p:nvSpPr>
        <p:spPr>
          <a:xfrm>
            <a:off x="8429371" y="2358760"/>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cxnSp>
        <p:nvCxnSpPr>
          <p:cNvPr id="129" name="Straight Arrow Connector 128">
            <a:extLst>
              <a:ext uri="{FF2B5EF4-FFF2-40B4-BE49-F238E27FC236}">
                <a16:creationId xmlns:a16="http://schemas.microsoft.com/office/drawing/2014/main" id="{575C0396-60AD-4997-9F52-690CCA5C892D}"/>
              </a:ext>
            </a:extLst>
          </p:cNvPr>
          <p:cNvCxnSpPr>
            <a:cxnSpLocks/>
            <a:stCxn id="128" idx="2"/>
            <a:endCxn id="116" idx="0"/>
          </p:cNvCxnSpPr>
          <p:nvPr/>
        </p:nvCxnSpPr>
        <p:spPr>
          <a:xfrm flipH="1">
            <a:off x="3750454" y="2829117"/>
            <a:ext cx="5826680" cy="216331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36" name="Rectangle 135">
            <a:extLst>
              <a:ext uri="{FF2B5EF4-FFF2-40B4-BE49-F238E27FC236}">
                <a16:creationId xmlns:a16="http://schemas.microsoft.com/office/drawing/2014/main" id="{60A03785-2192-0CCA-D65F-8851859ADDB5}"/>
              </a:ext>
            </a:extLst>
          </p:cNvPr>
          <p:cNvSpPr/>
          <p:nvPr/>
        </p:nvSpPr>
        <p:spPr>
          <a:xfrm>
            <a:off x="5630027" y="4329672"/>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sp>
        <p:nvSpPr>
          <p:cNvPr id="137" name="Rectangle 136">
            <a:extLst>
              <a:ext uri="{FF2B5EF4-FFF2-40B4-BE49-F238E27FC236}">
                <a16:creationId xmlns:a16="http://schemas.microsoft.com/office/drawing/2014/main" id="{629877F2-FDD6-862A-6E22-82A6083E2A94}"/>
              </a:ext>
            </a:extLst>
          </p:cNvPr>
          <p:cNvSpPr/>
          <p:nvPr/>
        </p:nvSpPr>
        <p:spPr>
          <a:xfrm>
            <a:off x="8374389" y="4293326"/>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141" name="Straight Arrow Connector 140">
            <a:extLst>
              <a:ext uri="{FF2B5EF4-FFF2-40B4-BE49-F238E27FC236}">
                <a16:creationId xmlns:a16="http://schemas.microsoft.com/office/drawing/2014/main" id="{770D0430-CB37-E2E1-34AE-BC18576BD72F}"/>
              </a:ext>
            </a:extLst>
          </p:cNvPr>
          <p:cNvCxnSpPr>
            <a:cxnSpLocks/>
            <a:stCxn id="137" idx="1"/>
            <a:endCxn id="136" idx="3"/>
          </p:cNvCxnSpPr>
          <p:nvPr/>
        </p:nvCxnSpPr>
        <p:spPr>
          <a:xfrm flipH="1">
            <a:off x="7573117" y="4557109"/>
            <a:ext cx="801272" cy="1116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sp>
        <p:nvSpPr>
          <p:cNvPr id="145" name="Rectangle 144">
            <a:extLst>
              <a:ext uri="{FF2B5EF4-FFF2-40B4-BE49-F238E27FC236}">
                <a16:creationId xmlns:a16="http://schemas.microsoft.com/office/drawing/2014/main" id="{3DC24BB8-9A50-CBFF-35D3-5704D224EBF3}"/>
              </a:ext>
            </a:extLst>
          </p:cNvPr>
          <p:cNvSpPr/>
          <p:nvPr/>
        </p:nvSpPr>
        <p:spPr>
          <a:xfrm>
            <a:off x="5625689" y="533150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cxnSp>
        <p:nvCxnSpPr>
          <p:cNvPr id="147" name="Connector: Elbow 146">
            <a:extLst>
              <a:ext uri="{FF2B5EF4-FFF2-40B4-BE49-F238E27FC236}">
                <a16:creationId xmlns:a16="http://schemas.microsoft.com/office/drawing/2014/main" id="{240896E1-E8D0-2C83-DD4E-F7FF0A341A8E}"/>
              </a:ext>
            </a:extLst>
          </p:cNvPr>
          <p:cNvCxnSpPr>
            <a:stCxn id="46" idx="3"/>
            <a:endCxn id="145" idx="3"/>
          </p:cNvCxnSpPr>
          <p:nvPr/>
        </p:nvCxnSpPr>
        <p:spPr>
          <a:xfrm flipH="1">
            <a:off x="7568779" y="1454841"/>
            <a:ext cx="293356" cy="4140445"/>
          </a:xfrm>
          <a:prstGeom prst="bentConnector3">
            <a:avLst>
              <a:gd name="adj1" fmla="val -10390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2" name="Connector: Elbow 151">
            <a:extLst>
              <a:ext uri="{FF2B5EF4-FFF2-40B4-BE49-F238E27FC236}">
                <a16:creationId xmlns:a16="http://schemas.microsoft.com/office/drawing/2014/main" id="{CA07823C-8421-1E8F-2A0C-F0CF64FC83E1}"/>
              </a:ext>
            </a:extLst>
          </p:cNvPr>
          <p:cNvCxnSpPr>
            <a:cxnSpLocks/>
            <a:stCxn id="3" idx="0"/>
            <a:endCxn id="145" idx="3"/>
          </p:cNvCxnSpPr>
          <p:nvPr/>
        </p:nvCxnSpPr>
        <p:spPr>
          <a:xfrm rot="16200000" flipH="1">
            <a:off x="3618754" y="1645261"/>
            <a:ext cx="4424638" cy="3475412"/>
          </a:xfrm>
          <a:prstGeom prst="bentConnector4">
            <a:avLst>
              <a:gd name="adj1" fmla="val -4521"/>
              <a:gd name="adj2" fmla="val 20990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0" name="Connector: Elbow 159">
            <a:extLst>
              <a:ext uri="{FF2B5EF4-FFF2-40B4-BE49-F238E27FC236}">
                <a16:creationId xmlns:a16="http://schemas.microsoft.com/office/drawing/2014/main" id="{395A1487-6584-C0B6-1ABF-3957293FEFD1}"/>
              </a:ext>
            </a:extLst>
          </p:cNvPr>
          <p:cNvCxnSpPr>
            <a:cxnSpLocks/>
            <a:stCxn id="6" idx="3"/>
            <a:endCxn id="145" idx="1"/>
          </p:cNvCxnSpPr>
          <p:nvPr/>
        </p:nvCxnSpPr>
        <p:spPr>
          <a:xfrm>
            <a:off x="5033481" y="2430146"/>
            <a:ext cx="592208" cy="3165140"/>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72" name="Connector: Elbow 171">
            <a:extLst>
              <a:ext uri="{FF2B5EF4-FFF2-40B4-BE49-F238E27FC236}">
                <a16:creationId xmlns:a16="http://schemas.microsoft.com/office/drawing/2014/main" id="{F07B7337-FB15-3DA8-21A7-AE3A09643BFA}"/>
              </a:ext>
            </a:extLst>
          </p:cNvPr>
          <p:cNvCxnSpPr>
            <a:cxnSpLocks/>
            <a:stCxn id="95" idx="3"/>
            <a:endCxn id="137" idx="3"/>
          </p:cNvCxnSpPr>
          <p:nvPr/>
        </p:nvCxnSpPr>
        <p:spPr>
          <a:xfrm flipH="1">
            <a:off x="10317479" y="1835265"/>
            <a:ext cx="327095" cy="2721844"/>
          </a:xfrm>
          <a:prstGeom prst="bentConnector3">
            <a:avLst>
              <a:gd name="adj1" fmla="val -69888"/>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2" name="Group 191">
            <a:extLst>
              <a:ext uri="{FF2B5EF4-FFF2-40B4-BE49-F238E27FC236}">
                <a16:creationId xmlns:a16="http://schemas.microsoft.com/office/drawing/2014/main" id="{0EA2F4FD-E930-A8EF-47C2-4E13DFC10466}"/>
              </a:ext>
            </a:extLst>
          </p:cNvPr>
          <p:cNvGrpSpPr/>
          <p:nvPr/>
        </p:nvGrpSpPr>
        <p:grpSpPr>
          <a:xfrm>
            <a:off x="10390324" y="4236067"/>
            <a:ext cx="271485" cy="249736"/>
            <a:chOff x="5962646" y="5298994"/>
            <a:chExt cx="323850" cy="304800"/>
          </a:xfrm>
          <a:solidFill>
            <a:srgbClr val="C00000"/>
          </a:solidFill>
        </p:grpSpPr>
        <p:sp>
          <p:nvSpPr>
            <p:cNvPr id="199" name="Oval 198">
              <a:extLst>
                <a:ext uri="{FF2B5EF4-FFF2-40B4-BE49-F238E27FC236}">
                  <a16:creationId xmlns:a16="http://schemas.microsoft.com/office/drawing/2014/main" id="{2D3A2FDC-EAAC-6C7C-4530-B9D597FB9A3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0" name="Flowchart: Process 199">
              <a:extLst>
                <a:ext uri="{FF2B5EF4-FFF2-40B4-BE49-F238E27FC236}">
                  <a16:creationId xmlns:a16="http://schemas.microsoft.com/office/drawing/2014/main" id="{9FC89E90-EFEF-9FF9-4CEB-FF4B5864E8D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30" name="Rectangle 229">
            <a:extLst>
              <a:ext uri="{FF2B5EF4-FFF2-40B4-BE49-F238E27FC236}">
                <a16:creationId xmlns:a16="http://schemas.microsoft.com/office/drawing/2014/main" id="{81FB3378-3644-68E0-1E4C-9DBAB8AAC67C}"/>
              </a:ext>
            </a:extLst>
          </p:cNvPr>
          <p:cNvSpPr/>
          <p:nvPr/>
        </p:nvSpPr>
        <p:spPr>
          <a:xfrm>
            <a:off x="3101092" y="147647"/>
            <a:ext cx="1858555"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309" name="Straight Arrow Connector 308">
            <a:extLst>
              <a:ext uri="{FF2B5EF4-FFF2-40B4-BE49-F238E27FC236}">
                <a16:creationId xmlns:a16="http://schemas.microsoft.com/office/drawing/2014/main" id="{CB3EC6E2-839F-4F1D-0984-13AE3B4C6227}"/>
              </a:ext>
            </a:extLst>
          </p:cNvPr>
          <p:cNvCxnSpPr>
            <a:cxnSpLocks/>
            <a:stCxn id="230" idx="1"/>
            <a:endCxn id="2" idx="3"/>
          </p:cNvCxnSpPr>
          <p:nvPr/>
        </p:nvCxnSpPr>
        <p:spPr>
          <a:xfrm flipH="1">
            <a:off x="1943091" y="420658"/>
            <a:ext cx="1158001" cy="6969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5" name="Connector: Elbow 324">
            <a:extLst>
              <a:ext uri="{FF2B5EF4-FFF2-40B4-BE49-F238E27FC236}">
                <a16:creationId xmlns:a16="http://schemas.microsoft.com/office/drawing/2014/main" id="{2D5070C2-5D54-3CE2-FFC8-312A4303E8CD}"/>
              </a:ext>
            </a:extLst>
          </p:cNvPr>
          <p:cNvCxnSpPr>
            <a:cxnSpLocks/>
          </p:cNvCxnSpPr>
          <p:nvPr/>
        </p:nvCxnSpPr>
        <p:spPr>
          <a:xfrm flipH="1" flipV="1">
            <a:off x="4931782" y="566600"/>
            <a:ext cx="73834" cy="2009488"/>
          </a:xfrm>
          <a:prstGeom prst="bentConnector3">
            <a:avLst>
              <a:gd name="adj1" fmla="val -30961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21" name="Group 320">
            <a:extLst>
              <a:ext uri="{FF2B5EF4-FFF2-40B4-BE49-F238E27FC236}">
                <a16:creationId xmlns:a16="http://schemas.microsoft.com/office/drawing/2014/main" id="{31368581-6BF6-1867-436A-D86A38F58687}"/>
              </a:ext>
            </a:extLst>
          </p:cNvPr>
          <p:cNvGrpSpPr/>
          <p:nvPr/>
        </p:nvGrpSpPr>
        <p:grpSpPr>
          <a:xfrm>
            <a:off x="5112412" y="610470"/>
            <a:ext cx="271485" cy="249736"/>
            <a:chOff x="5962646" y="5298994"/>
            <a:chExt cx="323850" cy="304800"/>
          </a:xfrm>
          <a:solidFill>
            <a:srgbClr val="C00000"/>
          </a:solidFill>
        </p:grpSpPr>
        <p:sp>
          <p:nvSpPr>
            <p:cNvPr id="322" name="Oval 321">
              <a:extLst>
                <a:ext uri="{FF2B5EF4-FFF2-40B4-BE49-F238E27FC236}">
                  <a16:creationId xmlns:a16="http://schemas.microsoft.com/office/drawing/2014/main" id="{416F363D-4618-C80F-2100-D7C4903FE6B8}"/>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23" name="Flowchart: Process 322">
              <a:extLst>
                <a:ext uri="{FF2B5EF4-FFF2-40B4-BE49-F238E27FC236}">
                  <a16:creationId xmlns:a16="http://schemas.microsoft.com/office/drawing/2014/main" id="{14BB5322-8B61-22FC-0AD6-449CE1237C2D}"/>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30" name="Rectangle 329">
            <a:extLst>
              <a:ext uri="{FF2B5EF4-FFF2-40B4-BE49-F238E27FC236}">
                <a16:creationId xmlns:a16="http://schemas.microsoft.com/office/drawing/2014/main" id="{4B63170E-34F6-4D0B-226F-A2BF36545167}"/>
              </a:ext>
            </a:extLst>
          </p:cNvPr>
          <p:cNvSpPr/>
          <p:nvPr/>
        </p:nvSpPr>
        <p:spPr>
          <a:xfrm>
            <a:off x="5871436" y="167392"/>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334" name="Straight Arrow Connector 333">
            <a:extLst>
              <a:ext uri="{FF2B5EF4-FFF2-40B4-BE49-F238E27FC236}">
                <a16:creationId xmlns:a16="http://schemas.microsoft.com/office/drawing/2014/main" id="{C929E395-B059-89D8-A546-896F3C915343}"/>
              </a:ext>
            </a:extLst>
          </p:cNvPr>
          <p:cNvCxnSpPr>
            <a:cxnSpLocks/>
          </p:cNvCxnSpPr>
          <p:nvPr/>
        </p:nvCxnSpPr>
        <p:spPr>
          <a:xfrm flipH="1">
            <a:off x="4943260" y="306924"/>
            <a:ext cx="928176" cy="726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52" name="Rectangle 351">
            <a:extLst>
              <a:ext uri="{FF2B5EF4-FFF2-40B4-BE49-F238E27FC236}">
                <a16:creationId xmlns:a16="http://schemas.microsoft.com/office/drawing/2014/main" id="{EDED43F7-61D3-311D-9CCE-84040DF81EC2}"/>
              </a:ext>
            </a:extLst>
          </p:cNvPr>
          <p:cNvSpPr/>
          <p:nvPr/>
        </p:nvSpPr>
        <p:spPr>
          <a:xfrm>
            <a:off x="8653875" y="191784"/>
            <a:ext cx="2295526"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353" name="Straight Arrow Connector 352">
            <a:extLst>
              <a:ext uri="{FF2B5EF4-FFF2-40B4-BE49-F238E27FC236}">
                <a16:creationId xmlns:a16="http://schemas.microsoft.com/office/drawing/2014/main" id="{BFB562A2-ED19-1F61-8184-36F882701868}"/>
              </a:ext>
            </a:extLst>
          </p:cNvPr>
          <p:cNvCxnSpPr>
            <a:cxnSpLocks/>
          </p:cNvCxnSpPr>
          <p:nvPr/>
        </p:nvCxnSpPr>
        <p:spPr>
          <a:xfrm flipH="1">
            <a:off x="7729622" y="348738"/>
            <a:ext cx="924253" cy="13143"/>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354" name="Group 353">
            <a:extLst>
              <a:ext uri="{FF2B5EF4-FFF2-40B4-BE49-F238E27FC236}">
                <a16:creationId xmlns:a16="http://schemas.microsoft.com/office/drawing/2014/main" id="{0CA79836-3B93-87D4-5A4F-A4F34626AFBA}"/>
              </a:ext>
            </a:extLst>
          </p:cNvPr>
          <p:cNvGrpSpPr/>
          <p:nvPr/>
        </p:nvGrpSpPr>
        <p:grpSpPr>
          <a:xfrm>
            <a:off x="8217161" y="207471"/>
            <a:ext cx="271485" cy="249736"/>
            <a:chOff x="5962646" y="5298994"/>
            <a:chExt cx="323850" cy="304800"/>
          </a:xfrm>
          <a:solidFill>
            <a:srgbClr val="C00000"/>
          </a:solidFill>
        </p:grpSpPr>
        <p:sp>
          <p:nvSpPr>
            <p:cNvPr id="355" name="Oval 354">
              <a:extLst>
                <a:ext uri="{FF2B5EF4-FFF2-40B4-BE49-F238E27FC236}">
                  <a16:creationId xmlns:a16="http://schemas.microsoft.com/office/drawing/2014/main" id="{FB7CEFB8-1A1B-20D9-FDD4-800A8521C00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6" name="Flowchart: Process 355">
              <a:extLst>
                <a:ext uri="{FF2B5EF4-FFF2-40B4-BE49-F238E27FC236}">
                  <a16:creationId xmlns:a16="http://schemas.microsoft.com/office/drawing/2014/main" id="{5EB7A4A7-92EC-9303-8DA3-683EC593512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360" name="Straight Arrow Connector 359">
            <a:extLst>
              <a:ext uri="{FF2B5EF4-FFF2-40B4-BE49-F238E27FC236}">
                <a16:creationId xmlns:a16="http://schemas.microsoft.com/office/drawing/2014/main" id="{40B40A6A-A955-8EC4-293B-DBDF3545FD06}"/>
              </a:ext>
            </a:extLst>
          </p:cNvPr>
          <p:cNvCxnSpPr>
            <a:cxnSpLocks/>
            <a:stCxn id="330" idx="2"/>
          </p:cNvCxnSpPr>
          <p:nvPr/>
        </p:nvCxnSpPr>
        <p:spPr>
          <a:xfrm flipH="1">
            <a:off x="4438650" y="713413"/>
            <a:ext cx="2361879" cy="1463665"/>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64" name="Connector: Elbow 363">
            <a:extLst>
              <a:ext uri="{FF2B5EF4-FFF2-40B4-BE49-F238E27FC236}">
                <a16:creationId xmlns:a16="http://schemas.microsoft.com/office/drawing/2014/main" id="{8E297ED9-3866-4B93-70C2-283629DFA8BF}"/>
              </a:ext>
            </a:extLst>
          </p:cNvPr>
          <p:cNvCxnSpPr>
            <a:cxnSpLocks/>
            <a:stCxn id="61" idx="3"/>
            <a:endCxn id="330" idx="3"/>
          </p:cNvCxnSpPr>
          <p:nvPr/>
        </p:nvCxnSpPr>
        <p:spPr>
          <a:xfrm flipH="1" flipV="1">
            <a:off x="7729622" y="440403"/>
            <a:ext cx="115194" cy="1918175"/>
          </a:xfrm>
          <a:prstGeom prst="bentConnector3">
            <a:avLst>
              <a:gd name="adj1" fmla="val -19844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4" name="Straight Arrow Connector 373">
            <a:extLst>
              <a:ext uri="{FF2B5EF4-FFF2-40B4-BE49-F238E27FC236}">
                <a16:creationId xmlns:a16="http://schemas.microsoft.com/office/drawing/2014/main" id="{811E22B2-735B-6976-6208-1D30D38CC9EB}"/>
              </a:ext>
            </a:extLst>
          </p:cNvPr>
          <p:cNvCxnSpPr>
            <a:cxnSpLocks/>
            <a:stCxn id="95" idx="0"/>
            <a:endCxn id="330" idx="3"/>
          </p:cNvCxnSpPr>
          <p:nvPr/>
        </p:nvCxnSpPr>
        <p:spPr>
          <a:xfrm flipH="1" flipV="1">
            <a:off x="7729622" y="440403"/>
            <a:ext cx="1919603" cy="1121851"/>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91" name="Straight Arrow Connector 390">
            <a:extLst>
              <a:ext uri="{FF2B5EF4-FFF2-40B4-BE49-F238E27FC236}">
                <a16:creationId xmlns:a16="http://schemas.microsoft.com/office/drawing/2014/main" id="{9FB45CCD-9CCB-023E-3E8C-4F5EE16C2D33}"/>
              </a:ext>
            </a:extLst>
          </p:cNvPr>
          <p:cNvCxnSpPr>
            <a:cxnSpLocks/>
            <a:stCxn id="95" idx="1"/>
          </p:cNvCxnSpPr>
          <p:nvPr/>
        </p:nvCxnSpPr>
        <p:spPr>
          <a:xfrm flipH="1" flipV="1">
            <a:off x="7859060" y="1603567"/>
            <a:ext cx="794815" cy="231698"/>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394" name="Group 393">
            <a:extLst>
              <a:ext uri="{FF2B5EF4-FFF2-40B4-BE49-F238E27FC236}">
                <a16:creationId xmlns:a16="http://schemas.microsoft.com/office/drawing/2014/main" id="{25DC5D1C-54AD-89B4-B2C9-61F1807B129B}"/>
              </a:ext>
            </a:extLst>
          </p:cNvPr>
          <p:cNvGrpSpPr/>
          <p:nvPr/>
        </p:nvGrpSpPr>
        <p:grpSpPr>
          <a:xfrm>
            <a:off x="8264755" y="1627153"/>
            <a:ext cx="271485" cy="249736"/>
            <a:chOff x="5962646" y="5298994"/>
            <a:chExt cx="323850" cy="304800"/>
          </a:xfrm>
          <a:solidFill>
            <a:srgbClr val="C00000"/>
          </a:solidFill>
        </p:grpSpPr>
        <p:sp>
          <p:nvSpPr>
            <p:cNvPr id="395" name="Oval 394">
              <a:extLst>
                <a:ext uri="{FF2B5EF4-FFF2-40B4-BE49-F238E27FC236}">
                  <a16:creationId xmlns:a16="http://schemas.microsoft.com/office/drawing/2014/main" id="{53F840CD-A7DC-B175-426F-84EF36DE1848}"/>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6" name="Flowchart: Process 395">
              <a:extLst>
                <a:ext uri="{FF2B5EF4-FFF2-40B4-BE49-F238E27FC236}">
                  <a16:creationId xmlns:a16="http://schemas.microsoft.com/office/drawing/2014/main" id="{807AB618-1115-4988-346E-41A36E1C7A7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401" name="Straight Arrow Connector 400">
            <a:extLst>
              <a:ext uri="{FF2B5EF4-FFF2-40B4-BE49-F238E27FC236}">
                <a16:creationId xmlns:a16="http://schemas.microsoft.com/office/drawing/2014/main" id="{62A0B2AE-69EA-B3EA-A031-CB3874B43630}"/>
              </a:ext>
            </a:extLst>
          </p:cNvPr>
          <p:cNvCxnSpPr>
            <a:cxnSpLocks/>
            <a:stCxn id="128" idx="1"/>
            <a:endCxn id="46" idx="2"/>
          </p:cNvCxnSpPr>
          <p:nvPr/>
        </p:nvCxnSpPr>
        <p:spPr>
          <a:xfrm flipH="1" flipV="1">
            <a:off x="6866786" y="1727851"/>
            <a:ext cx="1562585" cy="866088"/>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404" name="Group 403">
            <a:extLst>
              <a:ext uri="{FF2B5EF4-FFF2-40B4-BE49-F238E27FC236}">
                <a16:creationId xmlns:a16="http://schemas.microsoft.com/office/drawing/2014/main" id="{2680DD73-46CE-DD08-5CAA-475E894CA65C}"/>
              </a:ext>
            </a:extLst>
          </p:cNvPr>
          <p:cNvGrpSpPr/>
          <p:nvPr/>
        </p:nvGrpSpPr>
        <p:grpSpPr>
          <a:xfrm>
            <a:off x="8018836" y="4940226"/>
            <a:ext cx="271485" cy="249736"/>
            <a:chOff x="5962646" y="5298994"/>
            <a:chExt cx="323850" cy="304800"/>
          </a:xfrm>
          <a:solidFill>
            <a:srgbClr val="C00000"/>
          </a:solidFill>
        </p:grpSpPr>
        <p:sp>
          <p:nvSpPr>
            <p:cNvPr id="405" name="Oval 404">
              <a:extLst>
                <a:ext uri="{FF2B5EF4-FFF2-40B4-BE49-F238E27FC236}">
                  <a16:creationId xmlns:a16="http://schemas.microsoft.com/office/drawing/2014/main" id="{132E5833-90FC-5D4A-1345-DDC0479154C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06" name="Flowchart: Process 405">
              <a:extLst>
                <a:ext uri="{FF2B5EF4-FFF2-40B4-BE49-F238E27FC236}">
                  <a16:creationId xmlns:a16="http://schemas.microsoft.com/office/drawing/2014/main" id="{95AD7452-8D67-2B01-DD46-980B82000C5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411" name="Connector: Elbow 410">
            <a:extLst>
              <a:ext uri="{FF2B5EF4-FFF2-40B4-BE49-F238E27FC236}">
                <a16:creationId xmlns:a16="http://schemas.microsoft.com/office/drawing/2014/main" id="{F1520ECB-EC04-E3D1-184B-FEBE8D13C55A}"/>
              </a:ext>
            </a:extLst>
          </p:cNvPr>
          <p:cNvCxnSpPr>
            <a:cxnSpLocks/>
          </p:cNvCxnSpPr>
          <p:nvPr/>
        </p:nvCxnSpPr>
        <p:spPr>
          <a:xfrm flipH="1">
            <a:off x="7550293" y="683343"/>
            <a:ext cx="160843" cy="5154883"/>
          </a:xfrm>
          <a:prstGeom prst="bentConnector3">
            <a:avLst>
              <a:gd name="adj1" fmla="val -271816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23" name="Straight Arrow Connector 422">
            <a:extLst>
              <a:ext uri="{FF2B5EF4-FFF2-40B4-BE49-F238E27FC236}">
                <a16:creationId xmlns:a16="http://schemas.microsoft.com/office/drawing/2014/main" id="{C9E99DCE-D337-294E-0231-218918B2CEEC}"/>
              </a:ext>
            </a:extLst>
          </p:cNvPr>
          <p:cNvCxnSpPr>
            <a:cxnSpLocks/>
            <a:stCxn id="6" idx="2"/>
            <a:endCxn id="137" idx="0"/>
          </p:cNvCxnSpPr>
          <p:nvPr/>
        </p:nvCxnSpPr>
        <p:spPr>
          <a:xfrm>
            <a:off x="4067287" y="2683213"/>
            <a:ext cx="5278647" cy="1610113"/>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426" name="Group 425">
            <a:extLst>
              <a:ext uri="{FF2B5EF4-FFF2-40B4-BE49-F238E27FC236}">
                <a16:creationId xmlns:a16="http://schemas.microsoft.com/office/drawing/2014/main" id="{B01389F5-9638-5AC0-14A4-416403708FEB}"/>
              </a:ext>
            </a:extLst>
          </p:cNvPr>
          <p:cNvGrpSpPr/>
          <p:nvPr/>
        </p:nvGrpSpPr>
        <p:grpSpPr>
          <a:xfrm>
            <a:off x="8592303" y="3944155"/>
            <a:ext cx="271485" cy="249736"/>
            <a:chOff x="5962646" y="5298994"/>
            <a:chExt cx="323850" cy="304800"/>
          </a:xfrm>
          <a:solidFill>
            <a:srgbClr val="C00000"/>
          </a:solidFill>
        </p:grpSpPr>
        <p:sp>
          <p:nvSpPr>
            <p:cNvPr id="427" name="Oval 426">
              <a:extLst>
                <a:ext uri="{FF2B5EF4-FFF2-40B4-BE49-F238E27FC236}">
                  <a16:creationId xmlns:a16="http://schemas.microsoft.com/office/drawing/2014/main" id="{DB52A22B-ACBB-8606-9A7A-E57A2D924553}"/>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8" name="Flowchart: Process 427">
              <a:extLst>
                <a:ext uri="{FF2B5EF4-FFF2-40B4-BE49-F238E27FC236}">
                  <a16:creationId xmlns:a16="http://schemas.microsoft.com/office/drawing/2014/main" id="{A2F22DA0-EB36-FC81-F385-B3391E054AB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2719097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BE15C2-32E7-07DC-3BF8-9735E784C331}"/>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5" name="TextBox 4">
            <a:extLst>
              <a:ext uri="{FF2B5EF4-FFF2-40B4-BE49-F238E27FC236}">
                <a16:creationId xmlns:a16="http://schemas.microsoft.com/office/drawing/2014/main" id="{3D0B9EA6-641A-2A9A-17E0-97F91284E218}"/>
              </a:ext>
            </a:extLst>
          </p:cNvPr>
          <p:cNvSpPr txBox="1"/>
          <p:nvPr/>
        </p:nvSpPr>
        <p:spPr>
          <a:xfrm>
            <a:off x="263526" y="114300"/>
            <a:ext cx="2344792" cy="338554"/>
          </a:xfrm>
          <a:prstGeom prst="rect">
            <a:avLst/>
          </a:prstGeom>
          <a:noFill/>
        </p:spPr>
        <p:txBody>
          <a:bodyPr wrap="square" rtlCol="0">
            <a:spAutoFit/>
          </a:bodyPr>
          <a:lstStyle/>
          <a:p>
            <a:pPr algn="ctr"/>
            <a:r>
              <a:rPr lang="zh-CN" altLang="en-US" sz="1600" b="1" dirty="0">
                <a:latin typeface="微软雅黑" panose="020B0503020204020204" pitchFamily="34" charset="-122"/>
              </a:rPr>
              <a:t>西乐葆</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sp>
        <p:nvSpPr>
          <p:cNvPr id="6" name="Rectangle 5">
            <a:extLst>
              <a:ext uri="{FF2B5EF4-FFF2-40B4-BE49-F238E27FC236}">
                <a16:creationId xmlns:a16="http://schemas.microsoft.com/office/drawing/2014/main" id="{A5076B8C-4D42-FA32-6CB5-86BCA8CA9D85}"/>
              </a:ext>
            </a:extLst>
          </p:cNvPr>
          <p:cNvSpPr/>
          <p:nvPr/>
        </p:nvSpPr>
        <p:spPr>
          <a:xfrm>
            <a:off x="2681699" y="215649"/>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7" name="Rectangle 6">
            <a:extLst>
              <a:ext uri="{FF2B5EF4-FFF2-40B4-BE49-F238E27FC236}">
                <a16:creationId xmlns:a16="http://schemas.microsoft.com/office/drawing/2014/main" id="{70C11BDB-66DA-592B-3C06-54E68EB7FA7C}"/>
              </a:ext>
            </a:extLst>
          </p:cNvPr>
          <p:cNvSpPr/>
          <p:nvPr/>
        </p:nvSpPr>
        <p:spPr>
          <a:xfrm>
            <a:off x="2681700" y="1248505"/>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Rectangle 7">
            <a:extLst>
              <a:ext uri="{FF2B5EF4-FFF2-40B4-BE49-F238E27FC236}">
                <a16:creationId xmlns:a16="http://schemas.microsoft.com/office/drawing/2014/main" id="{5A937D64-BFC3-14D6-409B-C8CAD08DE21C}"/>
              </a:ext>
            </a:extLst>
          </p:cNvPr>
          <p:cNvSpPr/>
          <p:nvPr/>
        </p:nvSpPr>
        <p:spPr>
          <a:xfrm>
            <a:off x="2681699" y="2065941"/>
            <a:ext cx="1990699"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sp>
        <p:nvSpPr>
          <p:cNvPr id="9" name="Rectangle 8">
            <a:extLst>
              <a:ext uri="{FF2B5EF4-FFF2-40B4-BE49-F238E27FC236}">
                <a16:creationId xmlns:a16="http://schemas.microsoft.com/office/drawing/2014/main" id="{53254E97-D151-A723-004D-3831ED1B6CEC}"/>
              </a:ext>
            </a:extLst>
          </p:cNvPr>
          <p:cNvSpPr/>
          <p:nvPr/>
        </p:nvSpPr>
        <p:spPr>
          <a:xfrm>
            <a:off x="2741438" y="2845545"/>
            <a:ext cx="1858555"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10" name="Straight Arrow Connector 9">
            <a:extLst>
              <a:ext uri="{FF2B5EF4-FFF2-40B4-BE49-F238E27FC236}">
                <a16:creationId xmlns:a16="http://schemas.microsoft.com/office/drawing/2014/main" id="{EE9D58C0-D33C-AF50-6E22-02EC426F0C7A}"/>
              </a:ext>
            </a:extLst>
          </p:cNvPr>
          <p:cNvCxnSpPr>
            <a:cxnSpLocks/>
            <a:stCxn id="6" idx="1"/>
            <a:endCxn id="4" idx="3"/>
          </p:cNvCxnSpPr>
          <p:nvPr/>
        </p:nvCxnSpPr>
        <p:spPr>
          <a:xfrm flipH="1">
            <a:off x="1943091" y="488660"/>
            <a:ext cx="738608" cy="628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C3F1734-7A16-7F7A-7CA1-C6DCFB3BDEA1}"/>
              </a:ext>
            </a:extLst>
          </p:cNvPr>
          <p:cNvCxnSpPr>
            <a:cxnSpLocks/>
            <a:stCxn id="7" idx="1"/>
            <a:endCxn id="4" idx="3"/>
          </p:cNvCxnSpPr>
          <p:nvPr/>
        </p:nvCxnSpPr>
        <p:spPr>
          <a:xfrm flipH="1" flipV="1">
            <a:off x="1943091" y="1117573"/>
            <a:ext cx="738609" cy="403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1E6A16D-FD38-B053-90B3-AAD59336A22B}"/>
              </a:ext>
            </a:extLst>
          </p:cNvPr>
          <p:cNvCxnSpPr>
            <a:cxnSpLocks/>
            <a:stCxn id="8" idx="1"/>
            <a:endCxn id="4" idx="3"/>
          </p:cNvCxnSpPr>
          <p:nvPr/>
        </p:nvCxnSpPr>
        <p:spPr>
          <a:xfrm flipH="1" flipV="1">
            <a:off x="1943091" y="1117573"/>
            <a:ext cx="738608" cy="1183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B61665C-BF4F-96FF-CDE8-129CC6047D99}"/>
              </a:ext>
            </a:extLst>
          </p:cNvPr>
          <p:cNvCxnSpPr>
            <a:cxnSpLocks/>
            <a:stCxn id="9" idx="1"/>
            <a:endCxn id="4" idx="3"/>
          </p:cNvCxnSpPr>
          <p:nvPr/>
        </p:nvCxnSpPr>
        <p:spPr>
          <a:xfrm flipH="1" flipV="1">
            <a:off x="1943091" y="1117573"/>
            <a:ext cx="798347" cy="2000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79A7DD2-E8D5-0959-CEA0-82BBF89F04F0}"/>
              </a:ext>
            </a:extLst>
          </p:cNvPr>
          <p:cNvSpPr/>
          <p:nvPr/>
        </p:nvSpPr>
        <p:spPr>
          <a:xfrm>
            <a:off x="5661417" y="483632"/>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22" name="Straight Arrow Connector 21">
            <a:extLst>
              <a:ext uri="{FF2B5EF4-FFF2-40B4-BE49-F238E27FC236}">
                <a16:creationId xmlns:a16="http://schemas.microsoft.com/office/drawing/2014/main" id="{1B369210-593B-1F67-610B-32D37465E42A}"/>
              </a:ext>
            </a:extLst>
          </p:cNvPr>
          <p:cNvCxnSpPr>
            <a:cxnSpLocks/>
            <a:stCxn id="21" idx="1"/>
            <a:endCxn id="6" idx="3"/>
          </p:cNvCxnSpPr>
          <p:nvPr/>
        </p:nvCxnSpPr>
        <p:spPr>
          <a:xfrm flipH="1" flipV="1">
            <a:off x="4672398" y="488660"/>
            <a:ext cx="989019" cy="267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E188F8D0-75CA-D33B-8985-5781174E5342}"/>
              </a:ext>
            </a:extLst>
          </p:cNvPr>
          <p:cNvCxnSpPr>
            <a:cxnSpLocks/>
          </p:cNvCxnSpPr>
          <p:nvPr/>
        </p:nvCxnSpPr>
        <p:spPr>
          <a:xfrm flipV="1">
            <a:off x="4588586" y="1360888"/>
            <a:ext cx="72406" cy="1597040"/>
          </a:xfrm>
          <a:prstGeom prst="bentConnector3">
            <a:avLst>
              <a:gd name="adj1" fmla="val 41572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33FB7B0-B602-1019-2C6A-B40F48B0342A}"/>
              </a:ext>
            </a:extLst>
          </p:cNvPr>
          <p:cNvCxnSpPr>
            <a:cxnSpLocks/>
            <a:stCxn id="6" idx="2"/>
            <a:endCxn id="7" idx="0"/>
          </p:cNvCxnSpPr>
          <p:nvPr/>
        </p:nvCxnSpPr>
        <p:spPr>
          <a:xfrm>
            <a:off x="3677049" y="761670"/>
            <a:ext cx="1" cy="4868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12762087-E40C-72E8-777B-29651CDDBB8A}"/>
              </a:ext>
            </a:extLst>
          </p:cNvPr>
          <p:cNvGrpSpPr/>
          <p:nvPr/>
        </p:nvGrpSpPr>
        <p:grpSpPr>
          <a:xfrm>
            <a:off x="3534974" y="866685"/>
            <a:ext cx="271485" cy="249736"/>
            <a:chOff x="5962646" y="5298994"/>
            <a:chExt cx="323850" cy="304800"/>
          </a:xfrm>
          <a:solidFill>
            <a:srgbClr val="C00000"/>
          </a:solidFill>
        </p:grpSpPr>
        <p:sp>
          <p:nvSpPr>
            <p:cNvPr id="34" name="Oval 33">
              <a:extLst>
                <a:ext uri="{FF2B5EF4-FFF2-40B4-BE49-F238E27FC236}">
                  <a16:creationId xmlns:a16="http://schemas.microsoft.com/office/drawing/2014/main" id="{F8E14C38-580F-4838-5439-C99B7718E48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 name="Flowchart: Process 34">
              <a:extLst>
                <a:ext uri="{FF2B5EF4-FFF2-40B4-BE49-F238E27FC236}">
                  <a16:creationId xmlns:a16="http://schemas.microsoft.com/office/drawing/2014/main" id="{CEC02AD6-C5D4-42E8-C6B1-1F46F73459D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38" name="Straight Arrow Connector 37">
            <a:extLst>
              <a:ext uri="{FF2B5EF4-FFF2-40B4-BE49-F238E27FC236}">
                <a16:creationId xmlns:a16="http://schemas.microsoft.com/office/drawing/2014/main" id="{2117AF81-DF13-F60E-F3C8-BEA6AF7DAF68}"/>
              </a:ext>
            </a:extLst>
          </p:cNvPr>
          <p:cNvCxnSpPr>
            <a:cxnSpLocks/>
            <a:stCxn id="9" idx="0"/>
            <a:endCxn id="8" idx="2"/>
          </p:cNvCxnSpPr>
          <p:nvPr/>
        </p:nvCxnSpPr>
        <p:spPr>
          <a:xfrm flipV="1">
            <a:off x="3670716" y="2536298"/>
            <a:ext cx="6333" cy="309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1883CE49-A334-4DFC-75B8-B39214E694A9}"/>
              </a:ext>
            </a:extLst>
          </p:cNvPr>
          <p:cNvSpPr/>
          <p:nvPr/>
        </p:nvSpPr>
        <p:spPr>
          <a:xfrm>
            <a:off x="5595160" y="2845544"/>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45" name="Straight Arrow Connector 44">
            <a:extLst>
              <a:ext uri="{FF2B5EF4-FFF2-40B4-BE49-F238E27FC236}">
                <a16:creationId xmlns:a16="http://schemas.microsoft.com/office/drawing/2014/main" id="{4B7F9EF1-2D95-B034-0B95-C12481CEEAB6}"/>
              </a:ext>
            </a:extLst>
          </p:cNvPr>
          <p:cNvCxnSpPr>
            <a:cxnSpLocks/>
            <a:stCxn id="44" idx="1"/>
            <a:endCxn id="9" idx="3"/>
          </p:cNvCxnSpPr>
          <p:nvPr/>
        </p:nvCxnSpPr>
        <p:spPr>
          <a:xfrm flipH="1">
            <a:off x="4599993" y="3118555"/>
            <a:ext cx="995167" cy="1"/>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3CDDF271-922D-B86C-2FF9-62E0489D08C7}"/>
              </a:ext>
            </a:extLst>
          </p:cNvPr>
          <p:cNvGrpSpPr/>
          <p:nvPr/>
        </p:nvGrpSpPr>
        <p:grpSpPr>
          <a:xfrm>
            <a:off x="5097576" y="2993686"/>
            <a:ext cx="271485" cy="249736"/>
            <a:chOff x="5962646" y="5298994"/>
            <a:chExt cx="323850" cy="304800"/>
          </a:xfrm>
          <a:solidFill>
            <a:srgbClr val="C00000"/>
          </a:solidFill>
        </p:grpSpPr>
        <p:sp>
          <p:nvSpPr>
            <p:cNvPr id="50" name="Oval 49">
              <a:extLst>
                <a:ext uri="{FF2B5EF4-FFF2-40B4-BE49-F238E27FC236}">
                  <a16:creationId xmlns:a16="http://schemas.microsoft.com/office/drawing/2014/main" id="{22297944-F7AE-2DF5-6C19-47344F0AE3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1" name="Flowchart: Process 50">
              <a:extLst>
                <a:ext uri="{FF2B5EF4-FFF2-40B4-BE49-F238E27FC236}">
                  <a16:creationId xmlns:a16="http://schemas.microsoft.com/office/drawing/2014/main" id="{D6E5B5F9-C6A0-33B8-6AA0-A1B4F2C1236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52" name="Straight Arrow Connector 51">
            <a:extLst>
              <a:ext uri="{FF2B5EF4-FFF2-40B4-BE49-F238E27FC236}">
                <a16:creationId xmlns:a16="http://schemas.microsoft.com/office/drawing/2014/main" id="{3DB939B0-9A56-1E9E-24C7-5BDD48B29840}"/>
              </a:ext>
            </a:extLst>
          </p:cNvPr>
          <p:cNvCxnSpPr>
            <a:cxnSpLocks/>
          </p:cNvCxnSpPr>
          <p:nvPr/>
        </p:nvCxnSpPr>
        <p:spPr>
          <a:xfrm>
            <a:off x="6685760" y="1029653"/>
            <a:ext cx="0" cy="18158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5F727A9-1FF3-AB1E-EBD5-EFDF61B4498E}"/>
              </a:ext>
            </a:extLst>
          </p:cNvPr>
          <p:cNvCxnSpPr>
            <a:cxnSpLocks/>
            <a:stCxn id="7" idx="3"/>
            <a:endCxn id="44" idx="0"/>
          </p:cNvCxnSpPr>
          <p:nvPr/>
        </p:nvCxnSpPr>
        <p:spPr>
          <a:xfrm>
            <a:off x="4672399" y="1521516"/>
            <a:ext cx="1918111" cy="13240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E2B2B1C6-8B68-56A4-DBAB-CD745F9A0973}"/>
              </a:ext>
            </a:extLst>
          </p:cNvPr>
          <p:cNvSpPr/>
          <p:nvPr/>
        </p:nvSpPr>
        <p:spPr>
          <a:xfrm>
            <a:off x="7988198" y="2845544"/>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60" name="Straight Arrow Connector 59">
            <a:extLst>
              <a:ext uri="{FF2B5EF4-FFF2-40B4-BE49-F238E27FC236}">
                <a16:creationId xmlns:a16="http://schemas.microsoft.com/office/drawing/2014/main" id="{275ECF56-129F-FF4D-0C5B-0B61ECBB4748}"/>
              </a:ext>
            </a:extLst>
          </p:cNvPr>
          <p:cNvCxnSpPr>
            <a:cxnSpLocks/>
            <a:stCxn id="58" idx="1"/>
            <a:endCxn id="44" idx="3"/>
          </p:cNvCxnSpPr>
          <p:nvPr/>
        </p:nvCxnSpPr>
        <p:spPr>
          <a:xfrm flipH="1">
            <a:off x="7585859" y="3118555"/>
            <a:ext cx="4023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nector: Elbow 70">
            <a:extLst>
              <a:ext uri="{FF2B5EF4-FFF2-40B4-BE49-F238E27FC236}">
                <a16:creationId xmlns:a16="http://schemas.microsoft.com/office/drawing/2014/main" id="{91DD6E7E-D959-0A6F-63B0-8EEB80F6F7FF}"/>
              </a:ext>
            </a:extLst>
          </p:cNvPr>
          <p:cNvCxnSpPr>
            <a:cxnSpLocks/>
            <a:stCxn id="8" idx="3"/>
            <a:endCxn id="58" idx="0"/>
          </p:cNvCxnSpPr>
          <p:nvPr/>
        </p:nvCxnSpPr>
        <p:spPr>
          <a:xfrm>
            <a:off x="4672398" y="2301120"/>
            <a:ext cx="4244893" cy="544424"/>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97D42B17-15C3-F597-A603-8EF6FC28D2BE}"/>
              </a:ext>
            </a:extLst>
          </p:cNvPr>
          <p:cNvSpPr/>
          <p:nvPr/>
        </p:nvSpPr>
        <p:spPr>
          <a:xfrm>
            <a:off x="5595160" y="3739445"/>
            <a:ext cx="1990699"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77" name="Straight Arrow Connector 76">
            <a:extLst>
              <a:ext uri="{FF2B5EF4-FFF2-40B4-BE49-F238E27FC236}">
                <a16:creationId xmlns:a16="http://schemas.microsoft.com/office/drawing/2014/main" id="{704965A4-25F4-40B6-9F55-A6694A9865ED}"/>
              </a:ext>
            </a:extLst>
          </p:cNvPr>
          <p:cNvCxnSpPr>
            <a:cxnSpLocks/>
            <a:stCxn id="9" idx="2"/>
            <a:endCxn id="76" idx="1"/>
          </p:cNvCxnSpPr>
          <p:nvPr/>
        </p:nvCxnSpPr>
        <p:spPr>
          <a:xfrm>
            <a:off x="3670716" y="3391566"/>
            <a:ext cx="1924444" cy="5833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80" name="Group 79">
            <a:extLst>
              <a:ext uri="{FF2B5EF4-FFF2-40B4-BE49-F238E27FC236}">
                <a16:creationId xmlns:a16="http://schemas.microsoft.com/office/drawing/2014/main" id="{3270786F-2AA7-B1AE-C2CF-65229786E279}"/>
              </a:ext>
            </a:extLst>
          </p:cNvPr>
          <p:cNvGrpSpPr/>
          <p:nvPr/>
        </p:nvGrpSpPr>
        <p:grpSpPr>
          <a:xfrm>
            <a:off x="4826091" y="3625148"/>
            <a:ext cx="271485" cy="249736"/>
            <a:chOff x="5962646" y="5298994"/>
            <a:chExt cx="323850" cy="304800"/>
          </a:xfrm>
          <a:solidFill>
            <a:srgbClr val="C00000"/>
          </a:solidFill>
        </p:grpSpPr>
        <p:sp>
          <p:nvSpPr>
            <p:cNvPr id="81" name="Oval 80">
              <a:extLst>
                <a:ext uri="{FF2B5EF4-FFF2-40B4-BE49-F238E27FC236}">
                  <a16:creationId xmlns:a16="http://schemas.microsoft.com/office/drawing/2014/main" id="{11BC3578-B559-E0D9-9B0C-748646D95F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2" name="Flowchart: Process 81">
              <a:extLst>
                <a:ext uri="{FF2B5EF4-FFF2-40B4-BE49-F238E27FC236}">
                  <a16:creationId xmlns:a16="http://schemas.microsoft.com/office/drawing/2014/main" id="{CB30D7F0-A694-C464-D685-898BD615794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84" name="Straight Arrow Connector 83">
            <a:extLst>
              <a:ext uri="{FF2B5EF4-FFF2-40B4-BE49-F238E27FC236}">
                <a16:creationId xmlns:a16="http://schemas.microsoft.com/office/drawing/2014/main" id="{4E489122-C0F6-6046-CF94-5880411DB2DC}"/>
              </a:ext>
            </a:extLst>
          </p:cNvPr>
          <p:cNvCxnSpPr>
            <a:cxnSpLocks/>
            <a:stCxn id="9" idx="0"/>
            <a:endCxn id="21" idx="2"/>
          </p:cNvCxnSpPr>
          <p:nvPr/>
        </p:nvCxnSpPr>
        <p:spPr>
          <a:xfrm flipV="1">
            <a:off x="3670716" y="1029653"/>
            <a:ext cx="2919794" cy="1815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CE59B98-243F-9EB3-22BE-232CD91BC590}"/>
              </a:ext>
            </a:extLst>
          </p:cNvPr>
          <p:cNvCxnSpPr>
            <a:cxnSpLocks/>
            <a:stCxn id="58" idx="0"/>
          </p:cNvCxnSpPr>
          <p:nvPr/>
        </p:nvCxnSpPr>
        <p:spPr>
          <a:xfrm flipH="1" flipV="1">
            <a:off x="6924675" y="1029653"/>
            <a:ext cx="1992616" cy="1815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E3067884-10EF-F129-DCB0-EEB6EDF96C10}"/>
              </a:ext>
            </a:extLst>
          </p:cNvPr>
          <p:cNvCxnSpPr>
            <a:cxnSpLocks/>
            <a:stCxn id="8" idx="3"/>
            <a:endCxn id="21" idx="2"/>
          </p:cNvCxnSpPr>
          <p:nvPr/>
        </p:nvCxnSpPr>
        <p:spPr>
          <a:xfrm flipV="1">
            <a:off x="4672398" y="1029653"/>
            <a:ext cx="1918112" cy="12714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9" name="Rectangle 98">
            <a:extLst>
              <a:ext uri="{FF2B5EF4-FFF2-40B4-BE49-F238E27FC236}">
                <a16:creationId xmlns:a16="http://schemas.microsoft.com/office/drawing/2014/main" id="{BE1362CE-1DA8-D868-10A3-937BDBF6601A}"/>
              </a:ext>
            </a:extLst>
          </p:cNvPr>
          <p:cNvSpPr/>
          <p:nvPr/>
        </p:nvSpPr>
        <p:spPr>
          <a:xfrm>
            <a:off x="84590"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00" name="Rectangle 99">
            <a:extLst>
              <a:ext uri="{FF2B5EF4-FFF2-40B4-BE49-F238E27FC236}">
                <a16:creationId xmlns:a16="http://schemas.microsoft.com/office/drawing/2014/main" id="{B5EC584E-D82D-93F3-E063-4BCA33C989A1}"/>
              </a:ext>
            </a:extLst>
          </p:cNvPr>
          <p:cNvSpPr/>
          <p:nvPr/>
        </p:nvSpPr>
        <p:spPr>
          <a:xfrm>
            <a:off x="2834914"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101" name="Straight Arrow Connector 100">
            <a:extLst>
              <a:ext uri="{FF2B5EF4-FFF2-40B4-BE49-F238E27FC236}">
                <a16:creationId xmlns:a16="http://schemas.microsoft.com/office/drawing/2014/main" id="{DC44D190-87B1-7CF4-A385-A283830ABFFF}"/>
              </a:ext>
            </a:extLst>
          </p:cNvPr>
          <p:cNvCxnSpPr>
            <a:cxnSpLocks/>
            <a:stCxn id="100" idx="1"/>
            <a:endCxn id="99" idx="3"/>
          </p:cNvCxnSpPr>
          <p:nvPr/>
        </p:nvCxnSpPr>
        <p:spPr>
          <a:xfrm flipH="1">
            <a:off x="2027680" y="4894266"/>
            <a:ext cx="807234"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02" name="Rectangle 101">
            <a:extLst>
              <a:ext uri="{FF2B5EF4-FFF2-40B4-BE49-F238E27FC236}">
                <a16:creationId xmlns:a16="http://schemas.microsoft.com/office/drawing/2014/main" id="{768D7DB0-D197-2D36-B091-1D54495A116E}"/>
              </a:ext>
            </a:extLst>
          </p:cNvPr>
          <p:cNvSpPr/>
          <p:nvPr/>
        </p:nvSpPr>
        <p:spPr>
          <a:xfrm>
            <a:off x="2834914" y="546374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cxnSp>
        <p:nvCxnSpPr>
          <p:cNvPr id="103" name="Straight Arrow Connector 102">
            <a:extLst>
              <a:ext uri="{FF2B5EF4-FFF2-40B4-BE49-F238E27FC236}">
                <a16:creationId xmlns:a16="http://schemas.microsoft.com/office/drawing/2014/main" id="{D311FB94-521F-CE12-5502-2253AF019B4A}"/>
              </a:ext>
            </a:extLst>
          </p:cNvPr>
          <p:cNvCxnSpPr>
            <a:cxnSpLocks/>
            <a:stCxn id="102" idx="1"/>
            <a:endCxn id="99" idx="3"/>
          </p:cNvCxnSpPr>
          <p:nvPr/>
        </p:nvCxnSpPr>
        <p:spPr>
          <a:xfrm flipH="1" flipV="1">
            <a:off x="2027680" y="4894266"/>
            <a:ext cx="807234" cy="83326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07" name="Group 106">
            <a:extLst>
              <a:ext uri="{FF2B5EF4-FFF2-40B4-BE49-F238E27FC236}">
                <a16:creationId xmlns:a16="http://schemas.microsoft.com/office/drawing/2014/main" id="{6B756D5A-7FC4-D5D0-5FA7-E677BE7ED2DC}"/>
              </a:ext>
            </a:extLst>
          </p:cNvPr>
          <p:cNvGrpSpPr/>
          <p:nvPr/>
        </p:nvGrpSpPr>
        <p:grpSpPr>
          <a:xfrm>
            <a:off x="2336832" y="5214013"/>
            <a:ext cx="271485" cy="249736"/>
            <a:chOff x="5962646" y="5298994"/>
            <a:chExt cx="323850" cy="304800"/>
          </a:xfrm>
          <a:solidFill>
            <a:srgbClr val="C00000"/>
          </a:solidFill>
        </p:grpSpPr>
        <p:sp>
          <p:nvSpPr>
            <p:cNvPr id="108" name="Oval 107">
              <a:extLst>
                <a:ext uri="{FF2B5EF4-FFF2-40B4-BE49-F238E27FC236}">
                  <a16:creationId xmlns:a16="http://schemas.microsoft.com/office/drawing/2014/main" id="{FB8FCC7B-716E-412C-C53A-B51E5061AD6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9" name="Flowchart: Process 108">
              <a:extLst>
                <a:ext uri="{FF2B5EF4-FFF2-40B4-BE49-F238E27FC236}">
                  <a16:creationId xmlns:a16="http://schemas.microsoft.com/office/drawing/2014/main" id="{F5AAC8D7-8EBA-2EB4-865B-8E3C70603C3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10" name="Rectangle 109">
            <a:extLst>
              <a:ext uri="{FF2B5EF4-FFF2-40B4-BE49-F238E27FC236}">
                <a16:creationId xmlns:a16="http://schemas.microsoft.com/office/drawing/2014/main" id="{3207C5D0-B066-943E-C133-12647ABB1A66}"/>
              </a:ext>
            </a:extLst>
          </p:cNvPr>
          <p:cNvSpPr/>
          <p:nvPr/>
        </p:nvSpPr>
        <p:spPr>
          <a:xfrm>
            <a:off x="5640183" y="4615955"/>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sp>
        <p:nvSpPr>
          <p:cNvPr id="111" name="Rectangle 110">
            <a:extLst>
              <a:ext uri="{FF2B5EF4-FFF2-40B4-BE49-F238E27FC236}">
                <a16:creationId xmlns:a16="http://schemas.microsoft.com/office/drawing/2014/main" id="{6FABFF05-D459-D2B3-636D-E806932BC146}"/>
              </a:ext>
            </a:extLst>
          </p:cNvPr>
          <p:cNvSpPr/>
          <p:nvPr/>
        </p:nvSpPr>
        <p:spPr>
          <a:xfrm>
            <a:off x="5661417" y="546374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sp>
        <p:nvSpPr>
          <p:cNvPr id="113" name="Rectangle 112">
            <a:extLst>
              <a:ext uri="{FF2B5EF4-FFF2-40B4-BE49-F238E27FC236}">
                <a16:creationId xmlns:a16="http://schemas.microsoft.com/office/drawing/2014/main" id="{4ED069BF-8357-BED4-07C5-7BB6C6D4400B}"/>
              </a:ext>
            </a:extLst>
          </p:cNvPr>
          <p:cNvSpPr/>
          <p:nvPr/>
        </p:nvSpPr>
        <p:spPr>
          <a:xfrm>
            <a:off x="8289128" y="3736626"/>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cxnSp>
        <p:nvCxnSpPr>
          <p:cNvPr id="114" name="Straight Arrow Connector 113">
            <a:extLst>
              <a:ext uri="{FF2B5EF4-FFF2-40B4-BE49-F238E27FC236}">
                <a16:creationId xmlns:a16="http://schemas.microsoft.com/office/drawing/2014/main" id="{17C4071E-9FAA-007C-CF46-ACA8E4CC4046}"/>
              </a:ext>
            </a:extLst>
          </p:cNvPr>
          <p:cNvCxnSpPr>
            <a:cxnSpLocks/>
            <a:stCxn id="110" idx="1"/>
            <a:endCxn id="100" idx="3"/>
          </p:cNvCxnSpPr>
          <p:nvPr/>
        </p:nvCxnSpPr>
        <p:spPr>
          <a:xfrm flipH="1">
            <a:off x="4778004" y="4854556"/>
            <a:ext cx="862179" cy="39710"/>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7" name="Straight Arrow Connector 116">
            <a:extLst>
              <a:ext uri="{FF2B5EF4-FFF2-40B4-BE49-F238E27FC236}">
                <a16:creationId xmlns:a16="http://schemas.microsoft.com/office/drawing/2014/main" id="{5FE24CEB-8EB1-1E10-0E65-2E826F48300A}"/>
              </a:ext>
            </a:extLst>
          </p:cNvPr>
          <p:cNvCxnSpPr>
            <a:cxnSpLocks/>
            <a:stCxn id="111" idx="1"/>
            <a:endCxn id="100" idx="3"/>
          </p:cNvCxnSpPr>
          <p:nvPr/>
        </p:nvCxnSpPr>
        <p:spPr>
          <a:xfrm flipH="1" flipV="1">
            <a:off x="4778004" y="4894266"/>
            <a:ext cx="883413" cy="833266"/>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24" name="Connector: Elbow 123">
            <a:extLst>
              <a:ext uri="{FF2B5EF4-FFF2-40B4-BE49-F238E27FC236}">
                <a16:creationId xmlns:a16="http://schemas.microsoft.com/office/drawing/2014/main" id="{483FD938-1316-5FDA-8D65-07499696F4D7}"/>
              </a:ext>
            </a:extLst>
          </p:cNvPr>
          <p:cNvCxnSpPr>
            <a:cxnSpLocks/>
            <a:stCxn id="100" idx="0"/>
            <a:endCxn id="113" idx="2"/>
          </p:cNvCxnSpPr>
          <p:nvPr/>
        </p:nvCxnSpPr>
        <p:spPr>
          <a:xfrm rot="5400000" flipH="1" flipV="1">
            <a:off x="6409925" y="1603517"/>
            <a:ext cx="423500" cy="5630432"/>
          </a:xfrm>
          <a:prstGeom prst="bentConnector3">
            <a:avLst>
              <a:gd name="adj1" fmla="val 50000"/>
            </a:avLst>
          </a:prstGeom>
          <a:ln>
            <a:headEnd type="triangle"/>
            <a:tailEnd type="none"/>
          </a:ln>
        </p:spPr>
        <p:style>
          <a:lnRef idx="2">
            <a:schemeClr val="accent2"/>
          </a:lnRef>
          <a:fillRef idx="0">
            <a:schemeClr val="accent2"/>
          </a:fillRef>
          <a:effectRef idx="1">
            <a:schemeClr val="accent2"/>
          </a:effectRef>
          <a:fontRef idx="minor">
            <a:schemeClr val="tx1"/>
          </a:fontRef>
        </p:style>
      </p:cxnSp>
      <p:grpSp>
        <p:nvGrpSpPr>
          <p:cNvPr id="128" name="Group 127">
            <a:extLst>
              <a:ext uri="{FF2B5EF4-FFF2-40B4-BE49-F238E27FC236}">
                <a16:creationId xmlns:a16="http://schemas.microsoft.com/office/drawing/2014/main" id="{036FD516-5AE6-15B1-8A21-4667C4AD3D88}"/>
              </a:ext>
            </a:extLst>
          </p:cNvPr>
          <p:cNvGrpSpPr/>
          <p:nvPr/>
        </p:nvGrpSpPr>
        <p:grpSpPr>
          <a:xfrm>
            <a:off x="5130613" y="5219353"/>
            <a:ext cx="271485" cy="249736"/>
            <a:chOff x="5962646" y="5298994"/>
            <a:chExt cx="323850" cy="304800"/>
          </a:xfrm>
          <a:solidFill>
            <a:srgbClr val="C00000"/>
          </a:solidFill>
        </p:grpSpPr>
        <p:sp>
          <p:nvSpPr>
            <p:cNvPr id="129" name="Oval 128">
              <a:extLst>
                <a:ext uri="{FF2B5EF4-FFF2-40B4-BE49-F238E27FC236}">
                  <a16:creationId xmlns:a16="http://schemas.microsoft.com/office/drawing/2014/main" id="{CCCE89E6-5C97-8191-E9E7-05B45BB439C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0" name="Flowchart: Process 129">
              <a:extLst>
                <a:ext uri="{FF2B5EF4-FFF2-40B4-BE49-F238E27FC236}">
                  <a16:creationId xmlns:a16="http://schemas.microsoft.com/office/drawing/2014/main" id="{25FCA817-5D37-D984-66F6-C95AF0A8449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31" name="Connector: Elbow 130">
            <a:extLst>
              <a:ext uri="{FF2B5EF4-FFF2-40B4-BE49-F238E27FC236}">
                <a16:creationId xmlns:a16="http://schemas.microsoft.com/office/drawing/2014/main" id="{5C7DBD04-51FE-0FA9-9663-EBFD2168647A}"/>
              </a:ext>
            </a:extLst>
          </p:cNvPr>
          <p:cNvCxnSpPr>
            <a:cxnSpLocks/>
            <a:stCxn id="110" idx="0"/>
            <a:endCxn id="9" idx="2"/>
          </p:cNvCxnSpPr>
          <p:nvPr/>
        </p:nvCxnSpPr>
        <p:spPr>
          <a:xfrm rot="16200000" flipV="1">
            <a:off x="4529028" y="2533255"/>
            <a:ext cx="1224389" cy="2941012"/>
          </a:xfrm>
          <a:prstGeom prst="bentConnector3">
            <a:avLst>
              <a:gd name="adj1" fmla="val 25884"/>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135" name="Connector: Elbow 134">
            <a:extLst>
              <a:ext uri="{FF2B5EF4-FFF2-40B4-BE49-F238E27FC236}">
                <a16:creationId xmlns:a16="http://schemas.microsoft.com/office/drawing/2014/main" id="{5106849E-D154-DB9C-8A92-24017F9AF9C1}"/>
              </a:ext>
            </a:extLst>
          </p:cNvPr>
          <p:cNvCxnSpPr>
            <a:cxnSpLocks/>
            <a:stCxn id="110" idx="3"/>
            <a:endCxn id="113" idx="2"/>
          </p:cNvCxnSpPr>
          <p:nvPr/>
        </p:nvCxnSpPr>
        <p:spPr>
          <a:xfrm flipV="1">
            <a:off x="7583273" y="4206983"/>
            <a:ext cx="1853618" cy="647573"/>
          </a:xfrm>
          <a:prstGeom prst="bentConnector2">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138" name="Connector: Elbow 137">
            <a:extLst>
              <a:ext uri="{FF2B5EF4-FFF2-40B4-BE49-F238E27FC236}">
                <a16:creationId xmlns:a16="http://schemas.microsoft.com/office/drawing/2014/main" id="{5549FFCB-904A-7A1E-3C50-0636970F79F4}"/>
              </a:ext>
            </a:extLst>
          </p:cNvPr>
          <p:cNvCxnSpPr>
            <a:cxnSpLocks/>
            <a:stCxn id="7" idx="3"/>
            <a:endCxn id="111" idx="3"/>
          </p:cNvCxnSpPr>
          <p:nvPr/>
        </p:nvCxnSpPr>
        <p:spPr>
          <a:xfrm>
            <a:off x="4672399" y="1521516"/>
            <a:ext cx="2932108" cy="4206016"/>
          </a:xfrm>
          <a:prstGeom prst="bentConnector3">
            <a:avLst>
              <a:gd name="adj1" fmla="val 214347"/>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42" name="Group 141">
            <a:extLst>
              <a:ext uri="{FF2B5EF4-FFF2-40B4-BE49-F238E27FC236}">
                <a16:creationId xmlns:a16="http://schemas.microsoft.com/office/drawing/2014/main" id="{307A42E5-05FE-47FE-2238-2D2B6E130C79}"/>
              </a:ext>
            </a:extLst>
          </p:cNvPr>
          <p:cNvGrpSpPr/>
          <p:nvPr/>
        </p:nvGrpSpPr>
        <p:grpSpPr>
          <a:xfrm>
            <a:off x="8113471" y="5578611"/>
            <a:ext cx="271485" cy="249736"/>
            <a:chOff x="5962646" y="5298994"/>
            <a:chExt cx="323850" cy="304800"/>
          </a:xfrm>
          <a:solidFill>
            <a:srgbClr val="C00000"/>
          </a:solidFill>
        </p:grpSpPr>
        <p:sp>
          <p:nvSpPr>
            <p:cNvPr id="143" name="Oval 142">
              <a:extLst>
                <a:ext uri="{FF2B5EF4-FFF2-40B4-BE49-F238E27FC236}">
                  <a16:creationId xmlns:a16="http://schemas.microsoft.com/office/drawing/2014/main" id="{744D1D1F-3F0E-6B63-A003-5E9F8ECFD32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44" name="Flowchart: Process 143">
              <a:extLst>
                <a:ext uri="{FF2B5EF4-FFF2-40B4-BE49-F238E27FC236}">
                  <a16:creationId xmlns:a16="http://schemas.microsoft.com/office/drawing/2014/main" id="{8D826B37-A074-4438-1904-AF5C78634FB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46" name="Rectangle 145">
            <a:extLst>
              <a:ext uri="{FF2B5EF4-FFF2-40B4-BE49-F238E27FC236}">
                <a16:creationId xmlns:a16="http://schemas.microsoft.com/office/drawing/2014/main" id="{CBB7BA43-B98A-B3E7-EEEC-08BB0CBFA615}"/>
              </a:ext>
            </a:extLst>
          </p:cNvPr>
          <p:cNvSpPr/>
          <p:nvPr/>
        </p:nvSpPr>
        <p:spPr>
          <a:xfrm>
            <a:off x="2834914" y="6369340"/>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cxnSp>
        <p:nvCxnSpPr>
          <p:cNvPr id="147" name="Straight Arrow Connector 146">
            <a:extLst>
              <a:ext uri="{FF2B5EF4-FFF2-40B4-BE49-F238E27FC236}">
                <a16:creationId xmlns:a16="http://schemas.microsoft.com/office/drawing/2014/main" id="{31AA5E3A-3882-3814-CA0A-8CA50F7EA57C}"/>
              </a:ext>
            </a:extLst>
          </p:cNvPr>
          <p:cNvCxnSpPr>
            <a:cxnSpLocks/>
            <a:stCxn id="102" idx="2"/>
            <a:endCxn id="146" idx="0"/>
          </p:cNvCxnSpPr>
          <p:nvPr/>
        </p:nvCxnSpPr>
        <p:spPr>
          <a:xfrm>
            <a:off x="3806459" y="5991315"/>
            <a:ext cx="0" cy="378025"/>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51" name="Group 150">
            <a:extLst>
              <a:ext uri="{FF2B5EF4-FFF2-40B4-BE49-F238E27FC236}">
                <a16:creationId xmlns:a16="http://schemas.microsoft.com/office/drawing/2014/main" id="{1DF962FE-C1B1-F24E-9020-14BF87CBAE3F}"/>
              </a:ext>
            </a:extLst>
          </p:cNvPr>
          <p:cNvGrpSpPr/>
          <p:nvPr/>
        </p:nvGrpSpPr>
        <p:grpSpPr>
          <a:xfrm>
            <a:off x="3806459" y="6028319"/>
            <a:ext cx="271485" cy="249736"/>
            <a:chOff x="5962646" y="5298994"/>
            <a:chExt cx="323850" cy="304800"/>
          </a:xfrm>
          <a:solidFill>
            <a:srgbClr val="C00000"/>
          </a:solidFill>
        </p:grpSpPr>
        <p:sp>
          <p:nvSpPr>
            <p:cNvPr id="152" name="Oval 151">
              <a:extLst>
                <a:ext uri="{FF2B5EF4-FFF2-40B4-BE49-F238E27FC236}">
                  <a16:creationId xmlns:a16="http://schemas.microsoft.com/office/drawing/2014/main" id="{8572E831-27AD-0D3A-D6EF-E411DECF051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3" name="Flowchart: Process 152">
              <a:extLst>
                <a:ext uri="{FF2B5EF4-FFF2-40B4-BE49-F238E27FC236}">
                  <a16:creationId xmlns:a16="http://schemas.microsoft.com/office/drawing/2014/main" id="{C382AC16-FDA8-2887-5CC3-8C2A5B5F54A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54" name="Straight Arrow Connector 153">
            <a:extLst>
              <a:ext uri="{FF2B5EF4-FFF2-40B4-BE49-F238E27FC236}">
                <a16:creationId xmlns:a16="http://schemas.microsoft.com/office/drawing/2014/main" id="{A0E9C848-A962-7512-544D-AF86D6985486}"/>
              </a:ext>
            </a:extLst>
          </p:cNvPr>
          <p:cNvCxnSpPr>
            <a:cxnSpLocks/>
            <a:stCxn id="100" idx="2"/>
            <a:endCxn id="102" idx="0"/>
          </p:cNvCxnSpPr>
          <p:nvPr/>
        </p:nvCxnSpPr>
        <p:spPr>
          <a:xfrm>
            <a:off x="3806459" y="5158049"/>
            <a:ext cx="0" cy="30570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86510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23EABC-FE97-C6DC-D5FE-5AD031ACAB92}"/>
              </a:ext>
            </a:extLst>
          </p:cNvPr>
          <p:cNvSpPr txBox="1"/>
          <p:nvPr/>
        </p:nvSpPr>
        <p:spPr>
          <a:xfrm>
            <a:off x="285750" y="114300"/>
            <a:ext cx="2467157"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左洛复</a:t>
            </a:r>
            <a:r>
              <a:rPr lang="en-GB" altLang="zh-CN" sz="1600" b="1" dirty="0">
                <a:latin typeface="微软雅黑" panose="020B0503020204020204" pitchFamily="34" charset="-122"/>
              </a:rPr>
              <a:t>(24Q</a:t>
            </a:r>
            <a:r>
              <a:rPr lang="en-US" altLang="zh-CN" sz="1600" b="1" dirty="0">
                <a:latin typeface="微软雅黑" panose="020B0503020204020204" pitchFamily="34" charset="-122"/>
              </a:rPr>
              <a:t>3</a:t>
            </a:r>
            <a:r>
              <a:rPr lang="en-GB" altLang="zh-CN" sz="1600" b="1" dirty="0">
                <a:latin typeface="微软雅黑" panose="020B0503020204020204" pitchFamily="34" charset="-122"/>
              </a:rPr>
              <a:t>-25Q3)</a:t>
            </a:r>
            <a:endParaRPr lang="zh-CN" altLang="en-US" sz="1600" b="1" dirty="0">
              <a:latin typeface="微软雅黑" panose="020B0503020204020204" pitchFamily="34" charset="-122"/>
            </a:endParaRPr>
          </a:p>
        </p:txBody>
      </p:sp>
      <p:sp>
        <p:nvSpPr>
          <p:cNvPr id="5" name="Rectangle 4">
            <a:extLst>
              <a:ext uri="{FF2B5EF4-FFF2-40B4-BE49-F238E27FC236}">
                <a16:creationId xmlns:a16="http://schemas.microsoft.com/office/drawing/2014/main" id="{85B4942D-3A69-3143-9E68-25A75566A620}"/>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6" name="Rectangle 5">
            <a:extLst>
              <a:ext uri="{FF2B5EF4-FFF2-40B4-BE49-F238E27FC236}">
                <a16:creationId xmlns:a16="http://schemas.microsoft.com/office/drawing/2014/main" id="{18D89A1C-EA74-6E72-17BF-66D372FD064E}"/>
              </a:ext>
            </a:extLst>
          </p:cNvPr>
          <p:cNvSpPr/>
          <p:nvPr/>
        </p:nvSpPr>
        <p:spPr>
          <a:xfrm>
            <a:off x="2681699" y="1570669"/>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7" name="Rectangle 6">
            <a:extLst>
              <a:ext uri="{FF2B5EF4-FFF2-40B4-BE49-F238E27FC236}">
                <a16:creationId xmlns:a16="http://schemas.microsoft.com/office/drawing/2014/main" id="{CADB04DA-733A-603D-880B-0658B94457F2}"/>
              </a:ext>
            </a:extLst>
          </p:cNvPr>
          <p:cNvSpPr/>
          <p:nvPr/>
        </p:nvSpPr>
        <p:spPr>
          <a:xfrm>
            <a:off x="2681699" y="410305"/>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Rectangle 7">
            <a:extLst>
              <a:ext uri="{FF2B5EF4-FFF2-40B4-BE49-F238E27FC236}">
                <a16:creationId xmlns:a16="http://schemas.microsoft.com/office/drawing/2014/main" id="{30E99D08-6A0A-0A07-0061-BBC54469BDD7}"/>
              </a:ext>
            </a:extLst>
          </p:cNvPr>
          <p:cNvSpPr/>
          <p:nvPr/>
        </p:nvSpPr>
        <p:spPr>
          <a:xfrm>
            <a:off x="5268551" y="417689"/>
            <a:ext cx="2085977"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cxnSp>
        <p:nvCxnSpPr>
          <p:cNvPr id="9" name="Straight Arrow Connector 8">
            <a:extLst>
              <a:ext uri="{FF2B5EF4-FFF2-40B4-BE49-F238E27FC236}">
                <a16:creationId xmlns:a16="http://schemas.microsoft.com/office/drawing/2014/main" id="{98244A44-EE25-D440-4473-CD96D2F5F2D0}"/>
              </a:ext>
            </a:extLst>
          </p:cNvPr>
          <p:cNvCxnSpPr>
            <a:cxnSpLocks/>
          </p:cNvCxnSpPr>
          <p:nvPr/>
        </p:nvCxnSpPr>
        <p:spPr>
          <a:xfrm flipH="1">
            <a:off x="4678514" y="874258"/>
            <a:ext cx="588389" cy="7986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7990979-2FA9-F781-E81D-F0C99CF55936}"/>
              </a:ext>
            </a:extLst>
          </p:cNvPr>
          <p:cNvCxnSpPr>
            <a:cxnSpLocks/>
            <a:stCxn id="7" idx="2"/>
            <a:endCxn id="6" idx="0"/>
          </p:cNvCxnSpPr>
          <p:nvPr/>
        </p:nvCxnSpPr>
        <p:spPr>
          <a:xfrm>
            <a:off x="3677049" y="956326"/>
            <a:ext cx="0" cy="614343"/>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B71D018D-F140-3FA7-52B8-65C8D62B4258}"/>
              </a:ext>
            </a:extLst>
          </p:cNvPr>
          <p:cNvGrpSpPr/>
          <p:nvPr/>
        </p:nvGrpSpPr>
        <p:grpSpPr>
          <a:xfrm>
            <a:off x="3655859" y="1183557"/>
            <a:ext cx="271485" cy="249736"/>
            <a:chOff x="5962646" y="5298994"/>
            <a:chExt cx="323850" cy="304800"/>
          </a:xfrm>
          <a:solidFill>
            <a:srgbClr val="C00000"/>
          </a:solidFill>
        </p:grpSpPr>
        <p:sp>
          <p:nvSpPr>
            <p:cNvPr id="16" name="Oval 15">
              <a:extLst>
                <a:ext uri="{FF2B5EF4-FFF2-40B4-BE49-F238E27FC236}">
                  <a16:creationId xmlns:a16="http://schemas.microsoft.com/office/drawing/2014/main" id="{A2529527-9171-F125-34E8-99523960D95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7" name="Flowchart: Process 16">
              <a:extLst>
                <a:ext uri="{FF2B5EF4-FFF2-40B4-BE49-F238E27FC236}">
                  <a16:creationId xmlns:a16="http://schemas.microsoft.com/office/drawing/2014/main" id="{2F9441F9-F78F-9264-6D1D-97AE12C0F18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8" name="Rectangle 17">
            <a:extLst>
              <a:ext uri="{FF2B5EF4-FFF2-40B4-BE49-F238E27FC236}">
                <a16:creationId xmlns:a16="http://schemas.microsoft.com/office/drawing/2014/main" id="{8C24D1CE-3DB2-D924-2B1D-80C9F1DDB304}"/>
              </a:ext>
            </a:extLst>
          </p:cNvPr>
          <p:cNvSpPr/>
          <p:nvPr/>
        </p:nvSpPr>
        <p:spPr>
          <a:xfrm>
            <a:off x="5411006" y="1608500"/>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cxnSp>
        <p:nvCxnSpPr>
          <p:cNvPr id="20" name="Straight Arrow Connector 19">
            <a:extLst>
              <a:ext uri="{FF2B5EF4-FFF2-40B4-BE49-F238E27FC236}">
                <a16:creationId xmlns:a16="http://schemas.microsoft.com/office/drawing/2014/main" id="{C884FB8E-CF67-95DD-10DB-94D8E75862A1}"/>
              </a:ext>
            </a:extLst>
          </p:cNvPr>
          <p:cNvCxnSpPr>
            <a:cxnSpLocks/>
            <a:stCxn id="8" idx="1"/>
            <a:endCxn id="7" idx="3"/>
          </p:cNvCxnSpPr>
          <p:nvPr/>
        </p:nvCxnSpPr>
        <p:spPr>
          <a:xfrm flipH="1" flipV="1">
            <a:off x="4672398" y="683316"/>
            <a:ext cx="596153" cy="73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2FC109C-6517-50B3-24BA-1CFFE1F64C86}"/>
              </a:ext>
            </a:extLst>
          </p:cNvPr>
          <p:cNvCxnSpPr>
            <a:cxnSpLocks/>
            <a:stCxn id="18" idx="1"/>
            <a:endCxn id="6" idx="3"/>
          </p:cNvCxnSpPr>
          <p:nvPr/>
        </p:nvCxnSpPr>
        <p:spPr>
          <a:xfrm flipH="1">
            <a:off x="4672398" y="1843679"/>
            <a:ext cx="738608" cy="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3154CE02-70CC-CD8F-3DB2-B4CE772740E5}"/>
              </a:ext>
            </a:extLst>
          </p:cNvPr>
          <p:cNvSpPr/>
          <p:nvPr/>
        </p:nvSpPr>
        <p:spPr>
          <a:xfrm>
            <a:off x="7915077" y="408563"/>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30" name="Straight Arrow Connector 29">
            <a:extLst>
              <a:ext uri="{FF2B5EF4-FFF2-40B4-BE49-F238E27FC236}">
                <a16:creationId xmlns:a16="http://schemas.microsoft.com/office/drawing/2014/main" id="{C21430CA-9EBD-CF26-30CC-CBB9E2EA6949}"/>
              </a:ext>
            </a:extLst>
          </p:cNvPr>
          <p:cNvCxnSpPr>
            <a:cxnSpLocks/>
            <a:stCxn id="29" idx="1"/>
            <a:endCxn id="8" idx="3"/>
          </p:cNvCxnSpPr>
          <p:nvPr/>
        </p:nvCxnSpPr>
        <p:spPr>
          <a:xfrm flipH="1">
            <a:off x="7354528" y="681574"/>
            <a:ext cx="560549" cy="912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A4AD070C-8584-0E1C-1859-90C681CCB5F0}"/>
              </a:ext>
            </a:extLst>
          </p:cNvPr>
          <p:cNvGrpSpPr/>
          <p:nvPr/>
        </p:nvGrpSpPr>
        <p:grpSpPr>
          <a:xfrm>
            <a:off x="7499059" y="431837"/>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99502932-3B5D-7C45-4516-325AD8BA44C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59715CD8-F638-35F0-00BD-5C626317DE6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7" name="Rectangle 36">
            <a:extLst>
              <a:ext uri="{FF2B5EF4-FFF2-40B4-BE49-F238E27FC236}">
                <a16:creationId xmlns:a16="http://schemas.microsoft.com/office/drawing/2014/main" id="{950A35E2-0A2C-2D93-9CC4-0BB145203A4E}"/>
              </a:ext>
            </a:extLst>
          </p:cNvPr>
          <p:cNvSpPr/>
          <p:nvPr/>
        </p:nvSpPr>
        <p:spPr>
          <a:xfrm>
            <a:off x="8786594" y="1354343"/>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38" name="Straight Arrow Connector 37">
            <a:extLst>
              <a:ext uri="{FF2B5EF4-FFF2-40B4-BE49-F238E27FC236}">
                <a16:creationId xmlns:a16="http://schemas.microsoft.com/office/drawing/2014/main" id="{C829EAD7-4061-9B57-7030-325114D3B6D1}"/>
              </a:ext>
            </a:extLst>
          </p:cNvPr>
          <p:cNvCxnSpPr>
            <a:cxnSpLocks/>
            <a:stCxn id="37" idx="0"/>
            <a:endCxn id="29" idx="2"/>
          </p:cNvCxnSpPr>
          <p:nvPr/>
        </p:nvCxnSpPr>
        <p:spPr>
          <a:xfrm flipH="1" flipV="1">
            <a:off x="8844170" y="954584"/>
            <a:ext cx="1090187" cy="3997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AA08A7F9-088B-700A-8BC0-4D9E5CCB3417}"/>
              </a:ext>
            </a:extLst>
          </p:cNvPr>
          <p:cNvSpPr/>
          <p:nvPr/>
        </p:nvSpPr>
        <p:spPr>
          <a:xfrm>
            <a:off x="10366936" y="446395"/>
            <a:ext cx="1858186"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54" name="Straight Arrow Connector 53">
            <a:extLst>
              <a:ext uri="{FF2B5EF4-FFF2-40B4-BE49-F238E27FC236}">
                <a16:creationId xmlns:a16="http://schemas.microsoft.com/office/drawing/2014/main" id="{5ACBE3B5-3720-385E-89E6-A9861E30BCD2}"/>
              </a:ext>
            </a:extLst>
          </p:cNvPr>
          <p:cNvCxnSpPr>
            <a:cxnSpLocks/>
            <a:stCxn id="46" idx="1"/>
            <a:endCxn id="29" idx="3"/>
          </p:cNvCxnSpPr>
          <p:nvPr/>
        </p:nvCxnSpPr>
        <p:spPr>
          <a:xfrm flipH="1">
            <a:off x="9773263" y="681574"/>
            <a:ext cx="59367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57" name="Group 56">
            <a:extLst>
              <a:ext uri="{FF2B5EF4-FFF2-40B4-BE49-F238E27FC236}">
                <a16:creationId xmlns:a16="http://schemas.microsoft.com/office/drawing/2014/main" id="{88A883B1-6678-B16E-2312-587B4A2444D3}"/>
              </a:ext>
            </a:extLst>
          </p:cNvPr>
          <p:cNvGrpSpPr/>
          <p:nvPr/>
        </p:nvGrpSpPr>
        <p:grpSpPr>
          <a:xfrm>
            <a:off x="9934357" y="417689"/>
            <a:ext cx="271485" cy="249736"/>
            <a:chOff x="5962646" y="5298994"/>
            <a:chExt cx="323850" cy="304800"/>
          </a:xfrm>
          <a:solidFill>
            <a:srgbClr val="C00000"/>
          </a:solidFill>
        </p:grpSpPr>
        <p:sp>
          <p:nvSpPr>
            <p:cNvPr id="58" name="Oval 57">
              <a:extLst>
                <a:ext uri="{FF2B5EF4-FFF2-40B4-BE49-F238E27FC236}">
                  <a16:creationId xmlns:a16="http://schemas.microsoft.com/office/drawing/2014/main" id="{98D46EF2-3E01-1E0D-5255-F6CB0B6AEED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9" name="Flowchart: Process 58">
              <a:extLst>
                <a:ext uri="{FF2B5EF4-FFF2-40B4-BE49-F238E27FC236}">
                  <a16:creationId xmlns:a16="http://schemas.microsoft.com/office/drawing/2014/main" id="{F2E852F1-BC29-B4C7-6DBE-4E82793610C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62" name="Rectangle 61">
            <a:extLst>
              <a:ext uri="{FF2B5EF4-FFF2-40B4-BE49-F238E27FC236}">
                <a16:creationId xmlns:a16="http://schemas.microsoft.com/office/drawing/2014/main" id="{1E6A824E-040E-67F6-A74E-1253D387AD17}"/>
              </a:ext>
            </a:extLst>
          </p:cNvPr>
          <p:cNvSpPr/>
          <p:nvPr/>
        </p:nvSpPr>
        <p:spPr>
          <a:xfrm>
            <a:off x="8844170" y="2271816"/>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63" name="Connector: Elbow 62">
            <a:extLst>
              <a:ext uri="{FF2B5EF4-FFF2-40B4-BE49-F238E27FC236}">
                <a16:creationId xmlns:a16="http://schemas.microsoft.com/office/drawing/2014/main" id="{DFE1CC91-BB53-231B-CFE9-8892D912DD46}"/>
              </a:ext>
            </a:extLst>
          </p:cNvPr>
          <p:cNvCxnSpPr>
            <a:cxnSpLocks/>
            <a:stCxn id="62" idx="3"/>
            <a:endCxn id="46" idx="2"/>
          </p:cNvCxnSpPr>
          <p:nvPr/>
        </p:nvCxnSpPr>
        <p:spPr>
          <a:xfrm flipV="1">
            <a:off x="10702356" y="916752"/>
            <a:ext cx="593673" cy="1628075"/>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67" name="Connector: Elbow 66">
            <a:extLst>
              <a:ext uri="{FF2B5EF4-FFF2-40B4-BE49-F238E27FC236}">
                <a16:creationId xmlns:a16="http://schemas.microsoft.com/office/drawing/2014/main" id="{21A2CC2D-B5E9-82D7-0E96-509FDA50D2E9}"/>
              </a:ext>
            </a:extLst>
          </p:cNvPr>
          <p:cNvCxnSpPr>
            <a:cxnSpLocks/>
            <a:endCxn id="62" idx="1"/>
          </p:cNvCxnSpPr>
          <p:nvPr/>
        </p:nvCxnSpPr>
        <p:spPr>
          <a:xfrm rot="16200000" flipH="1">
            <a:off x="7727476" y="1428132"/>
            <a:ext cx="1590243" cy="643145"/>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0" name="Connector: Elbow 69">
            <a:extLst>
              <a:ext uri="{FF2B5EF4-FFF2-40B4-BE49-F238E27FC236}">
                <a16:creationId xmlns:a16="http://schemas.microsoft.com/office/drawing/2014/main" id="{C81AC9C6-AA7C-91D7-43BE-C8D6E73095FE}"/>
              </a:ext>
            </a:extLst>
          </p:cNvPr>
          <p:cNvCxnSpPr>
            <a:cxnSpLocks/>
          </p:cNvCxnSpPr>
          <p:nvPr/>
        </p:nvCxnSpPr>
        <p:spPr>
          <a:xfrm>
            <a:off x="4672398" y="778566"/>
            <a:ext cx="4114196" cy="737714"/>
          </a:xfrm>
          <a:prstGeom prst="bentConnector3">
            <a:avLst>
              <a:gd name="adj1" fmla="val 5549"/>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48D79536-653F-1F30-8037-2FCC2CBFA1F5}"/>
              </a:ext>
            </a:extLst>
          </p:cNvPr>
          <p:cNvGrpSpPr/>
          <p:nvPr/>
        </p:nvGrpSpPr>
        <p:grpSpPr>
          <a:xfrm>
            <a:off x="7663178" y="1344865"/>
            <a:ext cx="271485" cy="249736"/>
            <a:chOff x="5962646" y="5298994"/>
            <a:chExt cx="323850" cy="304800"/>
          </a:xfrm>
          <a:solidFill>
            <a:srgbClr val="C00000"/>
          </a:solidFill>
        </p:grpSpPr>
        <p:sp>
          <p:nvSpPr>
            <p:cNvPr id="86" name="Oval 85">
              <a:extLst>
                <a:ext uri="{FF2B5EF4-FFF2-40B4-BE49-F238E27FC236}">
                  <a16:creationId xmlns:a16="http://schemas.microsoft.com/office/drawing/2014/main" id="{79A18287-494E-BD1F-F357-9A4291DA5E6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7" name="Flowchart: Process 86">
              <a:extLst>
                <a:ext uri="{FF2B5EF4-FFF2-40B4-BE49-F238E27FC236}">
                  <a16:creationId xmlns:a16="http://schemas.microsoft.com/office/drawing/2014/main" id="{AD0A9535-63AA-530A-7DBE-53D3E0D22D5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88" name="Rectangle 87">
            <a:extLst>
              <a:ext uri="{FF2B5EF4-FFF2-40B4-BE49-F238E27FC236}">
                <a16:creationId xmlns:a16="http://schemas.microsoft.com/office/drawing/2014/main" id="{371ED261-87D2-EB04-F22B-7F755C6AF7B8}"/>
              </a:ext>
            </a:extLst>
          </p:cNvPr>
          <p:cNvSpPr/>
          <p:nvPr/>
        </p:nvSpPr>
        <p:spPr>
          <a:xfrm>
            <a:off x="84590"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89" name="Rectangle 88">
            <a:extLst>
              <a:ext uri="{FF2B5EF4-FFF2-40B4-BE49-F238E27FC236}">
                <a16:creationId xmlns:a16="http://schemas.microsoft.com/office/drawing/2014/main" id="{115507DE-35DF-BB73-8D9F-BB79AE8CB8B2}"/>
              </a:ext>
            </a:extLst>
          </p:cNvPr>
          <p:cNvSpPr/>
          <p:nvPr/>
        </p:nvSpPr>
        <p:spPr>
          <a:xfrm>
            <a:off x="2752908"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91" name="Straight Arrow Connector 90">
            <a:extLst>
              <a:ext uri="{FF2B5EF4-FFF2-40B4-BE49-F238E27FC236}">
                <a16:creationId xmlns:a16="http://schemas.microsoft.com/office/drawing/2014/main" id="{86ED0EB2-ADC8-3FD9-652D-B48AB323DFC7}"/>
              </a:ext>
            </a:extLst>
          </p:cNvPr>
          <p:cNvCxnSpPr>
            <a:cxnSpLocks/>
            <a:stCxn id="89" idx="1"/>
            <a:endCxn id="88" idx="3"/>
          </p:cNvCxnSpPr>
          <p:nvPr/>
        </p:nvCxnSpPr>
        <p:spPr>
          <a:xfrm flipH="1">
            <a:off x="2027680" y="4894266"/>
            <a:ext cx="725228"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98" name="Connector: Elbow 97">
            <a:extLst>
              <a:ext uri="{FF2B5EF4-FFF2-40B4-BE49-F238E27FC236}">
                <a16:creationId xmlns:a16="http://schemas.microsoft.com/office/drawing/2014/main" id="{C28DB8A8-EF29-E788-E0C7-0CADACDE1756}"/>
              </a:ext>
            </a:extLst>
          </p:cNvPr>
          <p:cNvCxnSpPr>
            <a:cxnSpLocks/>
          </p:cNvCxnSpPr>
          <p:nvPr/>
        </p:nvCxnSpPr>
        <p:spPr>
          <a:xfrm rot="5400000">
            <a:off x="4454674" y="-2322645"/>
            <a:ext cx="3713731" cy="10239894"/>
          </a:xfrm>
          <a:prstGeom prst="bentConnector3">
            <a:avLst>
              <a:gd name="adj1" fmla="val 64619"/>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03" name="Rectangle 102">
            <a:extLst>
              <a:ext uri="{FF2B5EF4-FFF2-40B4-BE49-F238E27FC236}">
                <a16:creationId xmlns:a16="http://schemas.microsoft.com/office/drawing/2014/main" id="{6C6F3B1E-29B8-2099-4495-6EA648A96788}"/>
              </a:ext>
            </a:extLst>
          </p:cNvPr>
          <p:cNvSpPr/>
          <p:nvPr/>
        </p:nvSpPr>
        <p:spPr>
          <a:xfrm>
            <a:off x="5266903" y="4625564"/>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cxnSp>
        <p:nvCxnSpPr>
          <p:cNvPr id="104" name="Straight Arrow Connector 103">
            <a:extLst>
              <a:ext uri="{FF2B5EF4-FFF2-40B4-BE49-F238E27FC236}">
                <a16:creationId xmlns:a16="http://schemas.microsoft.com/office/drawing/2014/main" id="{A733C8B9-88AA-734F-6FB1-C2EBB715FC09}"/>
              </a:ext>
            </a:extLst>
          </p:cNvPr>
          <p:cNvCxnSpPr>
            <a:cxnSpLocks/>
            <a:stCxn id="103" idx="1"/>
            <a:endCxn id="89" idx="3"/>
          </p:cNvCxnSpPr>
          <p:nvPr/>
        </p:nvCxnSpPr>
        <p:spPr>
          <a:xfrm flipH="1">
            <a:off x="4695998" y="4889347"/>
            <a:ext cx="570905" cy="4919"/>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sp>
        <p:nvSpPr>
          <p:cNvPr id="107" name="Rectangle 106">
            <a:extLst>
              <a:ext uri="{FF2B5EF4-FFF2-40B4-BE49-F238E27FC236}">
                <a16:creationId xmlns:a16="http://schemas.microsoft.com/office/drawing/2014/main" id="{19A7F0B7-A6F5-F67C-4834-FF1EB48B80A7}"/>
              </a:ext>
            </a:extLst>
          </p:cNvPr>
          <p:cNvSpPr/>
          <p:nvPr/>
        </p:nvSpPr>
        <p:spPr>
          <a:xfrm>
            <a:off x="7663178" y="461394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108" name="Straight Arrow Connector 107">
            <a:extLst>
              <a:ext uri="{FF2B5EF4-FFF2-40B4-BE49-F238E27FC236}">
                <a16:creationId xmlns:a16="http://schemas.microsoft.com/office/drawing/2014/main" id="{5ACC0A5C-F2F2-F24A-6B54-85C5BBE49F5B}"/>
              </a:ext>
            </a:extLst>
          </p:cNvPr>
          <p:cNvCxnSpPr>
            <a:cxnSpLocks/>
            <a:stCxn id="107" idx="1"/>
            <a:endCxn id="103" idx="3"/>
          </p:cNvCxnSpPr>
          <p:nvPr/>
        </p:nvCxnSpPr>
        <p:spPr>
          <a:xfrm flipH="1">
            <a:off x="7209993" y="4877726"/>
            <a:ext cx="453185" cy="11621"/>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1" name="Connector: Elbow 110">
            <a:extLst>
              <a:ext uri="{FF2B5EF4-FFF2-40B4-BE49-F238E27FC236}">
                <a16:creationId xmlns:a16="http://schemas.microsoft.com/office/drawing/2014/main" id="{4AC61567-4FC7-5637-F630-0E85B09B58FA}"/>
              </a:ext>
            </a:extLst>
          </p:cNvPr>
          <p:cNvCxnSpPr>
            <a:cxnSpLocks/>
            <a:stCxn id="7" idx="1"/>
            <a:endCxn id="107" idx="0"/>
          </p:cNvCxnSpPr>
          <p:nvPr/>
        </p:nvCxnSpPr>
        <p:spPr>
          <a:xfrm rot="10800000" flipH="1" flipV="1">
            <a:off x="2681699" y="683315"/>
            <a:ext cx="5953024" cy="3930627"/>
          </a:xfrm>
          <a:prstGeom prst="bentConnector4">
            <a:avLst>
              <a:gd name="adj1" fmla="val -3840"/>
              <a:gd name="adj2" fmla="val 53473"/>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15" name="Group 114">
            <a:extLst>
              <a:ext uri="{FF2B5EF4-FFF2-40B4-BE49-F238E27FC236}">
                <a16:creationId xmlns:a16="http://schemas.microsoft.com/office/drawing/2014/main" id="{6AB83DC3-ECE0-42B8-1BF1-27E21C0E913C}"/>
              </a:ext>
            </a:extLst>
          </p:cNvPr>
          <p:cNvGrpSpPr/>
          <p:nvPr/>
        </p:nvGrpSpPr>
        <p:grpSpPr>
          <a:xfrm>
            <a:off x="8522597" y="4109909"/>
            <a:ext cx="271485" cy="249736"/>
            <a:chOff x="5962646" y="5298994"/>
            <a:chExt cx="323850" cy="304800"/>
          </a:xfrm>
          <a:solidFill>
            <a:srgbClr val="C00000"/>
          </a:solidFill>
        </p:grpSpPr>
        <p:sp>
          <p:nvSpPr>
            <p:cNvPr id="116" name="Oval 115">
              <a:extLst>
                <a:ext uri="{FF2B5EF4-FFF2-40B4-BE49-F238E27FC236}">
                  <a16:creationId xmlns:a16="http://schemas.microsoft.com/office/drawing/2014/main" id="{6F6A9C37-D5DC-D8EB-FB9A-B98D1328B07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17" name="Flowchart: Process 116">
              <a:extLst>
                <a:ext uri="{FF2B5EF4-FFF2-40B4-BE49-F238E27FC236}">
                  <a16:creationId xmlns:a16="http://schemas.microsoft.com/office/drawing/2014/main" id="{84834230-18A6-5F5B-5B0E-79D4F136033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18" name="Straight Arrow Connector 117">
            <a:extLst>
              <a:ext uri="{FF2B5EF4-FFF2-40B4-BE49-F238E27FC236}">
                <a16:creationId xmlns:a16="http://schemas.microsoft.com/office/drawing/2014/main" id="{01A24A2C-13AC-0347-2821-736F2E8041FD}"/>
              </a:ext>
            </a:extLst>
          </p:cNvPr>
          <p:cNvCxnSpPr>
            <a:cxnSpLocks/>
          </p:cNvCxnSpPr>
          <p:nvPr/>
        </p:nvCxnSpPr>
        <p:spPr>
          <a:xfrm>
            <a:off x="8385244" y="954582"/>
            <a:ext cx="3162" cy="369958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918508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E66070-9E6C-8F79-FE14-41294E75F50F}"/>
              </a:ext>
            </a:extLst>
          </p:cNvPr>
          <p:cNvSpPr txBox="1"/>
          <p:nvPr/>
        </p:nvSpPr>
        <p:spPr>
          <a:xfrm>
            <a:off x="257174" y="71071"/>
            <a:ext cx="668542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 </a:t>
            </a:r>
            <a:r>
              <a:rPr lang="zh-CN" altLang="en-US" sz="1600" b="1" dirty="0">
                <a:latin typeface="微软雅黑" panose="020B0503020204020204" pitchFamily="34" charset="-122"/>
              </a:rPr>
              <a:t>：目标市场看降压市场</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pic>
        <p:nvPicPr>
          <p:cNvPr id="10" name="Picture 9" descr="A diagram of a computer&#10;&#10;AI-generated content may be incorrect.">
            <a:extLst>
              <a:ext uri="{FF2B5EF4-FFF2-40B4-BE49-F238E27FC236}">
                <a16:creationId xmlns:a16="http://schemas.microsoft.com/office/drawing/2014/main" id="{F889DC67-558D-C469-33F5-4246C279E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1801"/>
            <a:ext cx="12192000" cy="4894397"/>
          </a:xfrm>
          <a:prstGeom prst="rect">
            <a:avLst/>
          </a:prstGeom>
        </p:spPr>
      </p:pic>
      <p:grpSp>
        <p:nvGrpSpPr>
          <p:cNvPr id="12" name="Group 11">
            <a:extLst>
              <a:ext uri="{FF2B5EF4-FFF2-40B4-BE49-F238E27FC236}">
                <a16:creationId xmlns:a16="http://schemas.microsoft.com/office/drawing/2014/main" id="{E927802C-A0ED-5FA8-D2FD-2E0A374E1EF1}"/>
              </a:ext>
            </a:extLst>
          </p:cNvPr>
          <p:cNvGrpSpPr/>
          <p:nvPr/>
        </p:nvGrpSpPr>
        <p:grpSpPr>
          <a:xfrm>
            <a:off x="4694917" y="2744364"/>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652AF493-DAC0-D641-62A8-50D416FD65F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661E8628-D029-D4CF-E8C2-2415A454567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DF0359FE-9EAA-BC56-E1C7-711C6CA736A9}"/>
              </a:ext>
            </a:extLst>
          </p:cNvPr>
          <p:cNvGrpSpPr/>
          <p:nvPr/>
        </p:nvGrpSpPr>
        <p:grpSpPr>
          <a:xfrm>
            <a:off x="1827892" y="33041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F9B311F9-877F-BB21-FE1F-E4089F6A77C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0B55B582-C26E-1F52-6D6B-339E906A169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 name="Group 18">
            <a:extLst>
              <a:ext uri="{FF2B5EF4-FFF2-40B4-BE49-F238E27FC236}">
                <a16:creationId xmlns:a16="http://schemas.microsoft.com/office/drawing/2014/main" id="{8CE22744-CBB4-98CD-B916-85BE53861157}"/>
              </a:ext>
            </a:extLst>
          </p:cNvPr>
          <p:cNvGrpSpPr/>
          <p:nvPr/>
        </p:nvGrpSpPr>
        <p:grpSpPr>
          <a:xfrm>
            <a:off x="5161642" y="3837531"/>
            <a:ext cx="271485" cy="249736"/>
            <a:chOff x="5962646" y="5298994"/>
            <a:chExt cx="323850" cy="304800"/>
          </a:xfrm>
          <a:solidFill>
            <a:srgbClr val="C00000"/>
          </a:solidFill>
        </p:grpSpPr>
        <p:sp>
          <p:nvSpPr>
            <p:cNvPr id="20" name="Oval 19">
              <a:extLst>
                <a:ext uri="{FF2B5EF4-FFF2-40B4-BE49-F238E27FC236}">
                  <a16:creationId xmlns:a16="http://schemas.microsoft.com/office/drawing/2014/main" id="{FA4FB7A5-C988-8AE1-ECFA-2F7008891D4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1" name="Flowchart: Process 20">
              <a:extLst>
                <a:ext uri="{FF2B5EF4-FFF2-40B4-BE49-F238E27FC236}">
                  <a16:creationId xmlns:a16="http://schemas.microsoft.com/office/drawing/2014/main" id="{6FEABCC3-FC03-D43E-7CD4-3142DCE0CE78}"/>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 name="Group 21">
            <a:extLst>
              <a:ext uri="{FF2B5EF4-FFF2-40B4-BE49-F238E27FC236}">
                <a16:creationId xmlns:a16="http://schemas.microsoft.com/office/drawing/2014/main" id="{0269FF40-1828-75E5-2654-F39FB699692D}"/>
              </a:ext>
            </a:extLst>
          </p:cNvPr>
          <p:cNvGrpSpPr/>
          <p:nvPr/>
        </p:nvGrpSpPr>
        <p:grpSpPr>
          <a:xfrm>
            <a:off x="6895192" y="4087267"/>
            <a:ext cx="271485" cy="249736"/>
            <a:chOff x="5962646" y="5298994"/>
            <a:chExt cx="323850" cy="304800"/>
          </a:xfrm>
          <a:solidFill>
            <a:srgbClr val="C00000"/>
          </a:solidFill>
        </p:grpSpPr>
        <p:sp>
          <p:nvSpPr>
            <p:cNvPr id="23" name="Oval 22">
              <a:extLst>
                <a:ext uri="{FF2B5EF4-FFF2-40B4-BE49-F238E27FC236}">
                  <a16:creationId xmlns:a16="http://schemas.microsoft.com/office/drawing/2014/main" id="{9DEF212D-63D8-71D6-B8DE-5EA6BD0DACA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Flowchart: Process 23">
              <a:extLst>
                <a:ext uri="{FF2B5EF4-FFF2-40B4-BE49-F238E27FC236}">
                  <a16:creationId xmlns:a16="http://schemas.microsoft.com/office/drawing/2014/main" id="{3ABC1812-277A-FCDA-67C4-D6F833B1E43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5" name="Group 24">
            <a:extLst>
              <a:ext uri="{FF2B5EF4-FFF2-40B4-BE49-F238E27FC236}">
                <a16:creationId xmlns:a16="http://schemas.microsoft.com/office/drawing/2014/main" id="{48793F2B-D543-ADEE-CA06-46EBC36D504E}"/>
              </a:ext>
            </a:extLst>
          </p:cNvPr>
          <p:cNvGrpSpPr/>
          <p:nvPr/>
        </p:nvGrpSpPr>
        <p:grpSpPr>
          <a:xfrm>
            <a:off x="6542767" y="3328201"/>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8C331FE1-7A15-9C87-5DF3-43DEC32C7C0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7C09466F-A22E-325F-EF24-A1910079FFC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8" name="Group 27">
            <a:extLst>
              <a:ext uri="{FF2B5EF4-FFF2-40B4-BE49-F238E27FC236}">
                <a16:creationId xmlns:a16="http://schemas.microsoft.com/office/drawing/2014/main" id="{20039B63-66BD-4F79-CA2D-D03795CC3B95}"/>
              </a:ext>
            </a:extLst>
          </p:cNvPr>
          <p:cNvGrpSpPr/>
          <p:nvPr/>
        </p:nvGrpSpPr>
        <p:grpSpPr>
          <a:xfrm>
            <a:off x="6590172" y="1613701"/>
            <a:ext cx="271485" cy="249736"/>
            <a:chOff x="5962646" y="5298994"/>
            <a:chExt cx="323850" cy="304800"/>
          </a:xfrm>
          <a:solidFill>
            <a:srgbClr val="C00000"/>
          </a:solidFill>
        </p:grpSpPr>
        <p:sp>
          <p:nvSpPr>
            <p:cNvPr id="29" name="Oval 28">
              <a:extLst>
                <a:ext uri="{FF2B5EF4-FFF2-40B4-BE49-F238E27FC236}">
                  <a16:creationId xmlns:a16="http://schemas.microsoft.com/office/drawing/2014/main" id="{50469F70-C713-BE7A-5528-64B80EA0C79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Flowchart: Process 29">
              <a:extLst>
                <a:ext uri="{FF2B5EF4-FFF2-40B4-BE49-F238E27FC236}">
                  <a16:creationId xmlns:a16="http://schemas.microsoft.com/office/drawing/2014/main" id="{62C09E97-3E39-1D74-ACEF-CD3240875DB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1" name="Group 30">
            <a:extLst>
              <a:ext uri="{FF2B5EF4-FFF2-40B4-BE49-F238E27FC236}">
                <a16:creationId xmlns:a16="http://schemas.microsoft.com/office/drawing/2014/main" id="{3038308E-B771-8A2A-539D-B2E68959CD44}"/>
              </a:ext>
            </a:extLst>
          </p:cNvPr>
          <p:cNvGrpSpPr/>
          <p:nvPr/>
        </p:nvGrpSpPr>
        <p:grpSpPr>
          <a:xfrm>
            <a:off x="10609722" y="4871251"/>
            <a:ext cx="271485" cy="249736"/>
            <a:chOff x="5962646" y="5298994"/>
            <a:chExt cx="323850" cy="304800"/>
          </a:xfrm>
          <a:solidFill>
            <a:srgbClr val="C00000"/>
          </a:solidFill>
        </p:grpSpPr>
        <p:sp>
          <p:nvSpPr>
            <p:cNvPr id="32" name="Oval 31">
              <a:extLst>
                <a:ext uri="{FF2B5EF4-FFF2-40B4-BE49-F238E27FC236}">
                  <a16:creationId xmlns:a16="http://schemas.microsoft.com/office/drawing/2014/main" id="{47F4E61F-95BB-E4CB-E580-C6D26156A11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3" name="Flowchart: Process 32">
              <a:extLst>
                <a:ext uri="{FF2B5EF4-FFF2-40B4-BE49-F238E27FC236}">
                  <a16:creationId xmlns:a16="http://schemas.microsoft.com/office/drawing/2014/main" id="{F47E7A25-633C-817C-7E8D-8FD3F03D764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2E5CB9E3-007D-6DC4-6F00-E369AF7D8E74}"/>
              </a:ext>
            </a:extLst>
          </p:cNvPr>
          <p:cNvGrpSpPr/>
          <p:nvPr/>
        </p:nvGrpSpPr>
        <p:grpSpPr>
          <a:xfrm>
            <a:off x="11200272" y="4509301"/>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80B77DAE-A94E-8883-5788-64DA8FCABABB}"/>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38A742F5-B2D6-8335-5D24-2512CAEDA23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FBC03136-4906-DC01-3C1F-9E8691FBA797}"/>
              </a:ext>
            </a:extLst>
          </p:cNvPr>
          <p:cNvGrpSpPr/>
          <p:nvPr/>
        </p:nvGrpSpPr>
        <p:grpSpPr>
          <a:xfrm>
            <a:off x="7357608" y="2075528"/>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99D208AC-02D7-F30F-B809-2DA0FDE241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7A037979-4391-77F8-E848-25E966C969B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1561749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81DA61DF-8797-E86E-D342-647641F3F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4494" y="666033"/>
            <a:ext cx="6597990" cy="1817191"/>
          </a:xfrm>
          <a:prstGeom prst="rect">
            <a:avLst/>
          </a:prstGeom>
        </p:spPr>
      </p:pic>
      <p:pic>
        <p:nvPicPr>
          <p:cNvPr id="5" name="Picture 4" descr="A screenshot of a website&#10;&#10;AI-generated content may be incorrect.">
            <a:extLst>
              <a:ext uri="{FF2B5EF4-FFF2-40B4-BE49-F238E27FC236}">
                <a16:creationId xmlns:a16="http://schemas.microsoft.com/office/drawing/2014/main" id="{E4DDA747-588C-2E18-F8F1-A2061F9CD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16" y="339075"/>
            <a:ext cx="5852135" cy="247896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3DF5DE5-EB07-8FE4-92DC-CAA46F692C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7507" y="3144992"/>
            <a:ext cx="5750764" cy="163319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DFCB15A-A73E-874F-6053-99F6DE30CF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9677" y="3144993"/>
            <a:ext cx="6240996" cy="156656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5073F2C0-8ACD-21FA-6E4D-58B834C952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408" y="4880698"/>
            <a:ext cx="6002448" cy="1633196"/>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9E7B0FDD-C205-3E52-7B71-EA9BE3D111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538" y="4778188"/>
            <a:ext cx="5852135" cy="1590191"/>
          </a:xfrm>
          <a:prstGeom prst="rect">
            <a:avLst/>
          </a:prstGeom>
        </p:spPr>
      </p:pic>
    </p:spTree>
    <p:extLst>
      <p:ext uri="{BB962C8B-B14F-4D97-AF65-F5344CB8AC3E}">
        <p14:creationId xmlns:p14="http://schemas.microsoft.com/office/powerpoint/2010/main" val="800942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78653AF-0013-9F9E-BA27-60B349FB279E}"/>
              </a:ext>
            </a:extLst>
          </p:cNvPr>
          <p:cNvGraphicFramePr>
            <a:graphicFrameLocks noGrp="1"/>
          </p:cNvGraphicFramePr>
          <p:nvPr>
            <p:extLst>
              <p:ext uri="{D42A27DB-BD31-4B8C-83A1-F6EECF244321}">
                <p14:modId xmlns:p14="http://schemas.microsoft.com/office/powerpoint/2010/main" val="932465028"/>
              </p:ext>
            </p:extLst>
          </p:nvPr>
        </p:nvGraphicFramePr>
        <p:xfrm>
          <a:off x="345143" y="1079844"/>
          <a:ext cx="11775141" cy="1914369"/>
        </p:xfrm>
        <a:graphic>
          <a:graphicData uri="http://schemas.openxmlformats.org/drawingml/2006/table">
            <a:tbl>
              <a:tblPr/>
              <a:tblGrid>
                <a:gridCol w="1193601">
                  <a:extLst>
                    <a:ext uri="{9D8B030D-6E8A-4147-A177-3AD203B41FA5}">
                      <a16:colId xmlns:a16="http://schemas.microsoft.com/office/drawing/2014/main" val="4179819760"/>
                    </a:ext>
                  </a:extLst>
                </a:gridCol>
                <a:gridCol w="1333476">
                  <a:extLst>
                    <a:ext uri="{9D8B030D-6E8A-4147-A177-3AD203B41FA5}">
                      <a16:colId xmlns:a16="http://schemas.microsoft.com/office/drawing/2014/main" val="3046873441"/>
                    </a:ext>
                  </a:extLst>
                </a:gridCol>
                <a:gridCol w="695733">
                  <a:extLst>
                    <a:ext uri="{9D8B030D-6E8A-4147-A177-3AD203B41FA5}">
                      <a16:colId xmlns:a16="http://schemas.microsoft.com/office/drawing/2014/main" val="3003493731"/>
                    </a:ext>
                  </a:extLst>
                </a:gridCol>
                <a:gridCol w="621423">
                  <a:extLst>
                    <a:ext uri="{9D8B030D-6E8A-4147-A177-3AD203B41FA5}">
                      <a16:colId xmlns:a16="http://schemas.microsoft.com/office/drawing/2014/main" val="3451530235"/>
                    </a:ext>
                  </a:extLst>
                </a:gridCol>
                <a:gridCol w="440606">
                  <a:extLst>
                    <a:ext uri="{9D8B030D-6E8A-4147-A177-3AD203B41FA5}">
                      <a16:colId xmlns:a16="http://schemas.microsoft.com/office/drawing/2014/main" val="3593475866"/>
                    </a:ext>
                  </a:extLst>
                </a:gridCol>
                <a:gridCol w="440606">
                  <a:extLst>
                    <a:ext uri="{9D8B030D-6E8A-4147-A177-3AD203B41FA5}">
                      <a16:colId xmlns:a16="http://schemas.microsoft.com/office/drawing/2014/main" val="2732261036"/>
                    </a:ext>
                  </a:extLst>
                </a:gridCol>
                <a:gridCol w="440606">
                  <a:extLst>
                    <a:ext uri="{9D8B030D-6E8A-4147-A177-3AD203B41FA5}">
                      <a16:colId xmlns:a16="http://schemas.microsoft.com/office/drawing/2014/main" val="1006553127"/>
                    </a:ext>
                  </a:extLst>
                </a:gridCol>
                <a:gridCol w="440606">
                  <a:extLst>
                    <a:ext uri="{9D8B030D-6E8A-4147-A177-3AD203B41FA5}">
                      <a16:colId xmlns:a16="http://schemas.microsoft.com/office/drawing/2014/main" val="3978949310"/>
                    </a:ext>
                  </a:extLst>
                </a:gridCol>
                <a:gridCol w="440606">
                  <a:extLst>
                    <a:ext uri="{9D8B030D-6E8A-4147-A177-3AD203B41FA5}">
                      <a16:colId xmlns:a16="http://schemas.microsoft.com/office/drawing/2014/main" val="198524672"/>
                    </a:ext>
                  </a:extLst>
                </a:gridCol>
                <a:gridCol w="440606">
                  <a:extLst>
                    <a:ext uri="{9D8B030D-6E8A-4147-A177-3AD203B41FA5}">
                      <a16:colId xmlns:a16="http://schemas.microsoft.com/office/drawing/2014/main" val="814341872"/>
                    </a:ext>
                  </a:extLst>
                </a:gridCol>
                <a:gridCol w="440606">
                  <a:extLst>
                    <a:ext uri="{9D8B030D-6E8A-4147-A177-3AD203B41FA5}">
                      <a16:colId xmlns:a16="http://schemas.microsoft.com/office/drawing/2014/main" val="2136251906"/>
                    </a:ext>
                  </a:extLst>
                </a:gridCol>
                <a:gridCol w="440606">
                  <a:extLst>
                    <a:ext uri="{9D8B030D-6E8A-4147-A177-3AD203B41FA5}">
                      <a16:colId xmlns:a16="http://schemas.microsoft.com/office/drawing/2014/main" val="3929990287"/>
                    </a:ext>
                  </a:extLst>
                </a:gridCol>
                <a:gridCol w="440606">
                  <a:extLst>
                    <a:ext uri="{9D8B030D-6E8A-4147-A177-3AD203B41FA5}">
                      <a16:colId xmlns:a16="http://schemas.microsoft.com/office/drawing/2014/main" val="984501033"/>
                    </a:ext>
                  </a:extLst>
                </a:gridCol>
                <a:gridCol w="440606">
                  <a:extLst>
                    <a:ext uri="{9D8B030D-6E8A-4147-A177-3AD203B41FA5}">
                      <a16:colId xmlns:a16="http://schemas.microsoft.com/office/drawing/2014/main" val="3596691985"/>
                    </a:ext>
                  </a:extLst>
                </a:gridCol>
                <a:gridCol w="440606">
                  <a:extLst>
                    <a:ext uri="{9D8B030D-6E8A-4147-A177-3AD203B41FA5}">
                      <a16:colId xmlns:a16="http://schemas.microsoft.com/office/drawing/2014/main" val="2095510603"/>
                    </a:ext>
                  </a:extLst>
                </a:gridCol>
                <a:gridCol w="440606">
                  <a:extLst>
                    <a:ext uri="{9D8B030D-6E8A-4147-A177-3AD203B41FA5}">
                      <a16:colId xmlns:a16="http://schemas.microsoft.com/office/drawing/2014/main" val="3600322769"/>
                    </a:ext>
                  </a:extLst>
                </a:gridCol>
                <a:gridCol w="440606">
                  <a:extLst>
                    <a:ext uri="{9D8B030D-6E8A-4147-A177-3AD203B41FA5}">
                      <a16:colId xmlns:a16="http://schemas.microsoft.com/office/drawing/2014/main" val="464573054"/>
                    </a:ext>
                  </a:extLst>
                </a:gridCol>
                <a:gridCol w="440606">
                  <a:extLst>
                    <a:ext uri="{9D8B030D-6E8A-4147-A177-3AD203B41FA5}">
                      <a16:colId xmlns:a16="http://schemas.microsoft.com/office/drawing/2014/main" val="1421796861"/>
                    </a:ext>
                  </a:extLst>
                </a:gridCol>
                <a:gridCol w="440606">
                  <a:extLst>
                    <a:ext uri="{9D8B030D-6E8A-4147-A177-3AD203B41FA5}">
                      <a16:colId xmlns:a16="http://schemas.microsoft.com/office/drawing/2014/main" val="4066381011"/>
                    </a:ext>
                  </a:extLst>
                </a:gridCol>
                <a:gridCol w="440606">
                  <a:extLst>
                    <a:ext uri="{9D8B030D-6E8A-4147-A177-3AD203B41FA5}">
                      <a16:colId xmlns:a16="http://schemas.microsoft.com/office/drawing/2014/main" val="3118506326"/>
                    </a:ext>
                  </a:extLst>
                </a:gridCol>
                <a:gridCol w="440606">
                  <a:extLst>
                    <a:ext uri="{9D8B030D-6E8A-4147-A177-3AD203B41FA5}">
                      <a16:colId xmlns:a16="http://schemas.microsoft.com/office/drawing/2014/main" val="1640301862"/>
                    </a:ext>
                  </a:extLst>
                </a:gridCol>
                <a:gridCol w="440606">
                  <a:extLst>
                    <a:ext uri="{9D8B030D-6E8A-4147-A177-3AD203B41FA5}">
                      <a16:colId xmlns:a16="http://schemas.microsoft.com/office/drawing/2014/main" val="6732496"/>
                    </a:ext>
                  </a:extLst>
                </a:gridCol>
              </a:tblGrid>
              <a:tr h="272093">
                <a:tc>
                  <a:txBody>
                    <a:bodyPr/>
                    <a:lstStyle/>
                    <a:p>
                      <a:pPr algn="l" fontAlgn="ctr">
                        <a:buNone/>
                      </a:pPr>
                      <a:endParaRPr lang="en-GB" sz="800" b="0" i="0" u="none" strike="noStrike" dirty="0">
                        <a:solidFill>
                          <a:srgbClr val="000000"/>
                        </a:solidFill>
                        <a:effectLst/>
                        <a:latin typeface="Calibri" panose="020F0502020204030204" pitchFamily="34" charset="0"/>
                      </a:endParaRP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a:txBody>
                    <a:bodyPr/>
                    <a:lstStyle/>
                    <a:p>
                      <a:pPr algn="l" fontAlgn="ctr">
                        <a:buNone/>
                      </a:pPr>
                      <a:r>
                        <a:rPr lang="en-GB" sz="1200" b="1" i="0" u="none" strike="noStrike" dirty="0">
                          <a:solidFill>
                            <a:srgbClr val="000000"/>
                          </a:solidFill>
                          <a:effectLst/>
                          <a:latin typeface="Calibri" panose="020F0502020204030204" pitchFamily="34" charset="0"/>
                        </a:rPr>
                        <a:t> </a:t>
                      </a: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ECEC"/>
                    </a:solidFill>
                  </a:tcPr>
                </a:tc>
                <a:tc gridSpan="11">
                  <a:txBody>
                    <a:bodyPr/>
                    <a:lstStyle/>
                    <a:p>
                      <a:pPr algn="ctr" fontAlgn="ctr">
                        <a:buNone/>
                      </a:pPr>
                      <a:r>
                        <a:rPr lang="zh-CN" altLang="en-US" sz="1200" b="1" i="0" u="none" strike="noStrike" dirty="0">
                          <a:solidFill>
                            <a:srgbClr val="000000"/>
                          </a:solidFill>
                          <a:effectLst/>
                          <a:latin typeface="Calibri" panose="020F0502020204030204" pitchFamily="34" charset="0"/>
                        </a:rPr>
                        <a:t>湖北省</a:t>
                      </a:r>
                      <a:r>
                        <a:rPr lang="en-US" altLang="zh-CN" sz="1200" b="1" i="0" u="none" strike="noStrike" dirty="0">
                          <a:solidFill>
                            <a:srgbClr val="000000"/>
                          </a:solidFill>
                          <a:effectLst/>
                          <a:latin typeface="Calibri" panose="020F0502020204030204" pitchFamily="34" charset="0"/>
                        </a:rPr>
                        <a:t>2024</a:t>
                      </a:r>
                      <a:r>
                        <a:rPr lang="zh-CN" altLang="en-US" sz="1200" b="1" i="0" u="none" strike="noStrike" dirty="0">
                          <a:solidFill>
                            <a:srgbClr val="000000"/>
                          </a:solidFill>
                          <a:effectLst/>
                          <a:latin typeface="Calibri" panose="020F0502020204030204" pitchFamily="34" charset="0"/>
                        </a:rPr>
                        <a:t>年</a:t>
                      </a:r>
                      <a:r>
                        <a:rPr lang="en-US" altLang="zh-CN" sz="1200" b="1" i="0" u="none" strike="noStrike" dirty="0">
                          <a:solidFill>
                            <a:srgbClr val="000000"/>
                          </a:solidFill>
                          <a:effectLst/>
                          <a:latin typeface="Calibri" panose="020F0502020204030204" pitchFamily="34" charset="0"/>
                        </a:rPr>
                        <a:t>1-11</a:t>
                      </a:r>
                      <a:r>
                        <a:rPr lang="zh-CN" altLang="en-US" sz="1200" b="1" i="0" u="none" strike="noStrike" dirty="0">
                          <a:solidFill>
                            <a:srgbClr val="000000"/>
                          </a:solidFill>
                          <a:effectLst/>
                          <a:latin typeface="Calibri" panose="020F0502020204030204" pitchFamily="34" charset="0"/>
                        </a:rPr>
                        <a:t>月医疗保险和生育保险主要指标</a:t>
                      </a:r>
                    </a:p>
                  </a:txBody>
                  <a:tcPr marL="6269" marR="6269" marT="6269" marB="0" anchor="ctr">
                    <a:lnL w="12700" cap="flat" cmpd="sng" algn="ctr">
                      <a:solidFill>
                        <a:schemeClr val="bg2">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9">
                  <a:txBody>
                    <a:bodyPr/>
                    <a:lstStyle/>
                    <a:p>
                      <a:pPr algn="ctr" fontAlgn="ctr">
                        <a:buNone/>
                      </a:pPr>
                      <a:r>
                        <a:rPr lang="zh-CN" altLang="en-US" sz="1200" b="1" i="0" u="none" strike="noStrike">
                          <a:solidFill>
                            <a:srgbClr val="000000"/>
                          </a:solidFill>
                          <a:effectLst/>
                          <a:latin typeface="Calibri" panose="020F0502020204030204" pitchFamily="34" charset="0"/>
                        </a:rPr>
                        <a:t>湖北省</a:t>
                      </a:r>
                      <a:r>
                        <a:rPr lang="en-US" altLang="zh-CN" sz="1200" b="1" i="0" u="none" strike="noStrike">
                          <a:solidFill>
                            <a:srgbClr val="000000"/>
                          </a:solidFill>
                          <a:effectLst/>
                          <a:latin typeface="Calibri" panose="020F0502020204030204" pitchFamily="34" charset="0"/>
                        </a:rPr>
                        <a:t>2025</a:t>
                      </a:r>
                      <a:r>
                        <a:rPr lang="zh-CN" altLang="en-US" sz="1200" b="1" i="0" u="none" strike="noStrike">
                          <a:solidFill>
                            <a:srgbClr val="000000"/>
                          </a:solidFill>
                          <a:effectLst/>
                          <a:latin typeface="Calibri" panose="020F0502020204030204" pitchFamily="34" charset="0"/>
                        </a:rPr>
                        <a:t>年</a:t>
                      </a:r>
                      <a:r>
                        <a:rPr lang="en-US" altLang="zh-CN" sz="1200" b="1" i="0" u="none" strike="noStrike">
                          <a:solidFill>
                            <a:srgbClr val="000000"/>
                          </a:solidFill>
                          <a:effectLst/>
                          <a:latin typeface="Calibri" panose="020F0502020204030204" pitchFamily="34" charset="0"/>
                        </a:rPr>
                        <a:t>1-9</a:t>
                      </a:r>
                      <a:r>
                        <a:rPr lang="zh-CN" altLang="en-US" sz="1200" b="1" i="0" u="none" strike="noStrike">
                          <a:solidFill>
                            <a:srgbClr val="000000"/>
                          </a:solidFill>
                          <a:effectLst/>
                          <a:latin typeface="Calibri" panose="020F0502020204030204" pitchFamily="34" charset="0"/>
                        </a:rPr>
                        <a:t>月医疗保险和生育保险主要指标</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84178604"/>
                  </a:ext>
                </a:extLst>
              </a:tr>
              <a:tr h="194353">
                <a:tc gridSpan="2">
                  <a:txBody>
                    <a:bodyPr/>
                    <a:lstStyle/>
                    <a:p>
                      <a:pPr algn="ctr" fontAlgn="ctr">
                        <a:buNone/>
                      </a:pPr>
                      <a:r>
                        <a:rPr lang="zh-CN" altLang="en-US" sz="800" b="1" i="0" u="none" strike="noStrike" dirty="0">
                          <a:solidFill>
                            <a:srgbClr val="000000"/>
                          </a:solidFill>
                          <a:effectLst/>
                          <a:latin typeface="Calibri" panose="020F0502020204030204" pitchFamily="34" charset="0"/>
                        </a:rPr>
                        <a:t>指标</a:t>
                      </a: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ECEC"/>
                    </a:solidFill>
                  </a:tcPr>
                </a:tc>
                <a:tc hMerge="1">
                  <a:txBody>
                    <a:bodyPr/>
                    <a:lstStyle/>
                    <a:p>
                      <a:endParaRPr lang="zh-CN" altLang="en-US"/>
                    </a:p>
                  </a:txBody>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12700" cap="flat" cmpd="sng" algn="ctr">
                      <a:solidFill>
                        <a:schemeClr val="bg2">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1-2</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1-3</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1-4</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1-5</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1-6</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1-7</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1-8</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1-9</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1-10</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1-11</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1-2</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1-3</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1-4</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1-5</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1-6</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1-7</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1-8</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1-9</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2971392"/>
                  </a:ext>
                </a:extLst>
              </a:tr>
              <a:tr h="388704">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年累计基金收入（亿元）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dirty="0">
                          <a:solidFill>
                            <a:srgbClr val="000000"/>
                          </a:solidFill>
                          <a:effectLst/>
                          <a:latin typeface="Calibri" panose="020F0502020204030204" pitchFamily="34" charset="0"/>
                        </a:rPr>
                        <a:t>55.8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111.4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183.8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281.6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333.6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423.6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483.0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548.6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643.3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791.4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890.0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147.3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223.8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293.8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358.3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454.9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524.9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597.7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674.5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109650"/>
                  </a:ext>
                </a:extLst>
              </a:tr>
              <a:tr h="388704">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年累计基金支出（亿元）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a:solidFill>
                            <a:srgbClr val="000000"/>
                          </a:solidFill>
                          <a:effectLst/>
                          <a:latin typeface="Calibri" panose="020F0502020204030204" pitchFamily="34" charset="0"/>
                        </a:rPr>
                        <a:t>55.4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117.4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185.0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297.6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371.0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458.7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547.0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618.4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683.8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743.5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820.1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71.3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136.4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200.1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265.3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328.5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432.0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515.4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571.3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7373609"/>
                  </a:ext>
                </a:extLst>
              </a:tr>
              <a:tr h="670515">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年累计基金收入（亿元）</a:t>
                      </a:r>
                      <a:br>
                        <a:rPr lang="zh-CN" altLang="en-US" sz="800" b="1" i="0" u="none" strike="noStrike">
                          <a:solidFill>
                            <a:srgbClr val="000000"/>
                          </a:solidFill>
                          <a:effectLst/>
                          <a:latin typeface="Calibri" panose="020F0502020204030204" pitchFamily="34" charset="0"/>
                        </a:rPr>
                      </a:br>
                      <a:r>
                        <a:rPr lang="en-US" altLang="zh-CN" sz="800" b="1" i="0" u="none" strike="noStrike">
                          <a:solidFill>
                            <a:srgbClr val="000000"/>
                          </a:solidFill>
                          <a:effectLst/>
                          <a:latin typeface="Calibri" panose="020F0502020204030204" pitchFamily="34" charset="0"/>
                        </a:rPr>
                        <a:t>— </a:t>
                      </a:r>
                      <a:r>
                        <a:rPr lang="zh-CN" altLang="en-US" sz="800" b="1" i="0" u="none" strike="noStrike">
                          <a:solidFill>
                            <a:srgbClr val="000000"/>
                          </a:solidFill>
                          <a:effectLst/>
                          <a:latin typeface="Calibri" panose="020F0502020204030204" pitchFamily="34" charset="0"/>
                        </a:rPr>
                        <a:t>年累计基金支出（亿元）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dirty="0">
                          <a:solidFill>
                            <a:srgbClr val="000000"/>
                          </a:solidFill>
                          <a:effectLst/>
                          <a:latin typeface="Calibri" panose="020F0502020204030204" pitchFamily="34" charset="0"/>
                        </a:rPr>
                        <a:t>0.4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-1.2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-16.0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-37.4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-35.1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-40.5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47.9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10.9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28.5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23.0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9.5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26.4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30.7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0383580"/>
                  </a:ext>
                </a:extLst>
              </a:tr>
            </a:tbl>
          </a:graphicData>
        </a:graphic>
      </p:graphicFrame>
    </p:spTree>
    <p:extLst>
      <p:ext uri="{BB962C8B-B14F-4D97-AF65-F5344CB8AC3E}">
        <p14:creationId xmlns:p14="http://schemas.microsoft.com/office/powerpoint/2010/main" val="1496864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10529</TotalTime>
  <Words>1704</Words>
  <Application>Microsoft Office PowerPoint</Application>
  <PresentationFormat>Widescreen</PresentationFormat>
  <Paragraphs>253</Paragraphs>
  <Slides>18</Slides>
  <Notes>2</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微软雅黑</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 Zhang</dc:creator>
  <cp:lastModifiedBy>Xin Zhang</cp:lastModifiedBy>
  <cp:revision>2</cp:revision>
  <dcterms:created xsi:type="dcterms:W3CDTF">2025-11-03T06:41:12Z</dcterms:created>
  <dcterms:modified xsi:type="dcterms:W3CDTF">2025-11-11T07:50:59Z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d96aa77-7762-4c34-b9f0-7d6a55545bbc_Enabled">
    <vt:lpwstr>true</vt:lpwstr>
  </property>
  <property fmtid="{D5CDD505-2E9C-101B-9397-08002B2CF9AE}" pid="3" name="MSIP_Label_ed96aa77-7762-4c34-b9f0-7d6a55545bbc_SetDate">
    <vt:lpwstr>2025-11-03T06:41:51Z</vt:lpwstr>
  </property>
  <property fmtid="{D5CDD505-2E9C-101B-9397-08002B2CF9AE}" pid="4" name="MSIP_Label_ed96aa77-7762-4c34-b9f0-7d6a55545bbc_Method">
    <vt:lpwstr>Privileged</vt:lpwstr>
  </property>
  <property fmtid="{D5CDD505-2E9C-101B-9397-08002B2CF9AE}" pid="5" name="MSIP_Label_ed96aa77-7762-4c34-b9f0-7d6a55545bbc_Name">
    <vt:lpwstr>Proprietary</vt:lpwstr>
  </property>
  <property fmtid="{D5CDD505-2E9C-101B-9397-08002B2CF9AE}" pid="6" name="MSIP_Label_ed96aa77-7762-4c34-b9f0-7d6a55545bbc_SiteId">
    <vt:lpwstr>b7dcea4e-d150-4ba1-8b2a-c8b27a75525c</vt:lpwstr>
  </property>
  <property fmtid="{D5CDD505-2E9C-101B-9397-08002B2CF9AE}" pid="7" name="MSIP_Label_ed96aa77-7762-4c34-b9f0-7d6a55545bbc_ActionId">
    <vt:lpwstr>7c29d7fe-1006-4f0a-8838-842f138da83a</vt:lpwstr>
  </property>
  <property fmtid="{D5CDD505-2E9C-101B-9397-08002B2CF9AE}" pid="8" name="MSIP_Label_ed96aa77-7762-4c34-b9f0-7d6a55545bbc_ContentBits">
    <vt:lpwstr>0</vt:lpwstr>
  </property>
  <property fmtid="{D5CDD505-2E9C-101B-9397-08002B2CF9AE}" pid="9" name="MSIP_Label_ed96aa77-7762-4c34-b9f0-7d6a55545bbc_Tag">
    <vt:lpwstr>10, 0, 1, 1</vt:lpwstr>
  </property>
</Properties>
</file>